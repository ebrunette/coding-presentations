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706" autoAdjust="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D076A3-AB56-4EF2-870D-6E5B8E09C40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1081DBB-F2F2-4479-BBD6-26F943D09C03}">
      <dgm:prSet/>
      <dgm:spPr/>
      <dgm:t>
        <a:bodyPr/>
        <a:lstStyle/>
        <a:p>
          <a:pPr>
            <a:defRPr b="1"/>
          </a:pPr>
          <a:r>
            <a:rPr lang="en-US"/>
            <a:t>Examples everyone recognizes:</a:t>
          </a:r>
        </a:p>
      </dgm:t>
    </dgm:pt>
    <dgm:pt modelId="{E8AA9B16-3B89-44F1-A3BF-653174EAFFA2}" type="parTrans" cxnId="{42765C1D-EEFA-473B-87A7-6B8F706FEF47}">
      <dgm:prSet/>
      <dgm:spPr/>
      <dgm:t>
        <a:bodyPr/>
        <a:lstStyle/>
        <a:p>
          <a:endParaRPr lang="en-US"/>
        </a:p>
      </dgm:t>
    </dgm:pt>
    <dgm:pt modelId="{5C3D6542-0C81-47BC-8E52-421619ED020C}" type="sibTrans" cxnId="{42765C1D-EEFA-473B-87A7-6B8F706FEF47}">
      <dgm:prSet/>
      <dgm:spPr/>
      <dgm:t>
        <a:bodyPr/>
        <a:lstStyle/>
        <a:p>
          <a:endParaRPr lang="en-US"/>
        </a:p>
      </dgm:t>
    </dgm:pt>
    <dgm:pt modelId="{C6F02363-087C-4181-BF66-764693EF47C2}">
      <dgm:prSet/>
      <dgm:spPr/>
      <dgm:t>
        <a:bodyPr/>
        <a:lstStyle/>
        <a:p>
          <a:r>
            <a:rPr lang="en-US"/>
            <a:t>Weather apps </a:t>
          </a:r>
        </a:p>
      </dgm:t>
    </dgm:pt>
    <dgm:pt modelId="{4D8419DB-364B-400E-9621-908443FF454C}" type="parTrans" cxnId="{4BEFF890-46FC-499A-B3FC-D5A7195511B5}">
      <dgm:prSet/>
      <dgm:spPr/>
      <dgm:t>
        <a:bodyPr/>
        <a:lstStyle/>
        <a:p>
          <a:endParaRPr lang="en-US"/>
        </a:p>
      </dgm:t>
    </dgm:pt>
    <dgm:pt modelId="{77DD5D79-5315-4F28-8C39-5272AD5A4544}" type="sibTrans" cxnId="{4BEFF890-46FC-499A-B3FC-D5A7195511B5}">
      <dgm:prSet/>
      <dgm:spPr/>
      <dgm:t>
        <a:bodyPr/>
        <a:lstStyle/>
        <a:p>
          <a:endParaRPr lang="en-US"/>
        </a:p>
      </dgm:t>
    </dgm:pt>
    <dgm:pt modelId="{A902F15C-011E-4227-B3FC-547C0EC513A1}">
      <dgm:prSet/>
      <dgm:spPr/>
      <dgm:t>
        <a:bodyPr/>
        <a:lstStyle/>
        <a:p>
          <a:r>
            <a:rPr lang="en-US"/>
            <a:t>Google Maps </a:t>
          </a:r>
        </a:p>
      </dgm:t>
    </dgm:pt>
    <dgm:pt modelId="{D00C1A5F-4811-4CA8-B28B-78BC7FDD580D}" type="parTrans" cxnId="{4FEBBD1A-4412-4D5E-AE2F-7F22B8F1D16A}">
      <dgm:prSet/>
      <dgm:spPr/>
      <dgm:t>
        <a:bodyPr/>
        <a:lstStyle/>
        <a:p>
          <a:endParaRPr lang="en-US"/>
        </a:p>
      </dgm:t>
    </dgm:pt>
    <dgm:pt modelId="{AEA836D1-7CA4-465E-97A6-2C97F600D74B}" type="sibTrans" cxnId="{4FEBBD1A-4412-4D5E-AE2F-7F22B8F1D16A}">
      <dgm:prSet/>
      <dgm:spPr/>
      <dgm:t>
        <a:bodyPr/>
        <a:lstStyle/>
        <a:p>
          <a:endParaRPr lang="en-US"/>
        </a:p>
      </dgm:t>
    </dgm:pt>
    <dgm:pt modelId="{B88C4C2E-FE24-417C-9472-E74AB87A4A20}">
      <dgm:prSet/>
      <dgm:spPr/>
      <dgm:t>
        <a:bodyPr/>
        <a:lstStyle/>
        <a:p>
          <a:r>
            <a:rPr lang="en-US"/>
            <a:t>Amazon product searches </a:t>
          </a:r>
        </a:p>
      </dgm:t>
    </dgm:pt>
    <dgm:pt modelId="{D88E58D1-3698-4AC6-AFF8-772B918330E2}" type="parTrans" cxnId="{FA7A63A4-EABA-4715-A851-9F849F655B33}">
      <dgm:prSet/>
      <dgm:spPr/>
      <dgm:t>
        <a:bodyPr/>
        <a:lstStyle/>
        <a:p>
          <a:endParaRPr lang="en-US"/>
        </a:p>
      </dgm:t>
    </dgm:pt>
    <dgm:pt modelId="{B57EC7E4-0760-4485-81CD-F43814566786}" type="sibTrans" cxnId="{FA7A63A4-EABA-4715-A851-9F849F655B33}">
      <dgm:prSet/>
      <dgm:spPr/>
      <dgm:t>
        <a:bodyPr/>
        <a:lstStyle/>
        <a:p>
          <a:endParaRPr lang="en-US"/>
        </a:p>
      </dgm:t>
    </dgm:pt>
    <dgm:pt modelId="{B6202CE6-C3D6-4107-8028-4A687D78ADCE}">
      <dgm:prSet/>
      <dgm:spPr/>
      <dgm:t>
        <a:bodyPr/>
        <a:lstStyle/>
        <a:p>
          <a:r>
            <a:rPr lang="en-US"/>
            <a:t>Spotify playlists </a:t>
          </a:r>
        </a:p>
      </dgm:t>
    </dgm:pt>
    <dgm:pt modelId="{F958160F-5FB7-4124-943D-D55EB314CF65}" type="parTrans" cxnId="{D415EBE6-3552-40B0-8C24-847646E7AE25}">
      <dgm:prSet/>
      <dgm:spPr/>
      <dgm:t>
        <a:bodyPr/>
        <a:lstStyle/>
        <a:p>
          <a:endParaRPr lang="en-US"/>
        </a:p>
      </dgm:t>
    </dgm:pt>
    <dgm:pt modelId="{44F423A0-BD7D-4CA6-86DF-38CC5B113FC6}" type="sibTrans" cxnId="{D415EBE6-3552-40B0-8C24-847646E7AE25}">
      <dgm:prSet/>
      <dgm:spPr/>
      <dgm:t>
        <a:bodyPr/>
        <a:lstStyle/>
        <a:p>
          <a:endParaRPr lang="en-US"/>
        </a:p>
      </dgm:t>
    </dgm:pt>
    <dgm:pt modelId="{7E95EE9B-A3FA-4212-8AFB-240FB9B0728C}">
      <dgm:prSet/>
      <dgm:spPr/>
      <dgm:t>
        <a:bodyPr/>
        <a:lstStyle/>
        <a:p>
          <a:r>
            <a:rPr lang="en-US"/>
            <a:t>Online banking</a:t>
          </a:r>
        </a:p>
      </dgm:t>
    </dgm:pt>
    <dgm:pt modelId="{6420B7DD-E1E4-46AE-8D7D-E6274BAA7AEB}" type="parTrans" cxnId="{511DA00B-85A2-4333-9C40-BE4ED3512726}">
      <dgm:prSet/>
      <dgm:spPr/>
      <dgm:t>
        <a:bodyPr/>
        <a:lstStyle/>
        <a:p>
          <a:endParaRPr lang="en-US"/>
        </a:p>
      </dgm:t>
    </dgm:pt>
    <dgm:pt modelId="{CBB6A293-5F85-4883-8D82-FEFCF97A31B0}" type="sibTrans" cxnId="{511DA00B-85A2-4333-9C40-BE4ED3512726}">
      <dgm:prSet/>
      <dgm:spPr/>
      <dgm:t>
        <a:bodyPr/>
        <a:lstStyle/>
        <a:p>
          <a:endParaRPr lang="en-US"/>
        </a:p>
      </dgm:t>
    </dgm:pt>
    <dgm:pt modelId="{705EA59F-A914-453F-802A-24425D9E5483}">
      <dgm:prSet/>
      <dgm:spPr/>
      <dgm:t>
        <a:bodyPr/>
        <a:lstStyle/>
        <a:p>
          <a:pPr>
            <a:defRPr b="1"/>
          </a:pPr>
          <a:r>
            <a:rPr lang="en-US"/>
            <a:t>Question:</a:t>
          </a:r>
        </a:p>
      </dgm:t>
    </dgm:pt>
    <dgm:pt modelId="{07BA4F83-037E-4D4C-A812-508ACA82A1BA}" type="parTrans" cxnId="{008DFB4E-1EB6-426B-8273-C6FDAB72CEDC}">
      <dgm:prSet/>
      <dgm:spPr/>
      <dgm:t>
        <a:bodyPr/>
        <a:lstStyle/>
        <a:p>
          <a:endParaRPr lang="en-US"/>
        </a:p>
      </dgm:t>
    </dgm:pt>
    <dgm:pt modelId="{73FF5C51-A1FB-4405-BDA1-09458FF0152C}" type="sibTrans" cxnId="{008DFB4E-1EB6-426B-8273-C6FDAB72CEDC}">
      <dgm:prSet/>
      <dgm:spPr/>
      <dgm:t>
        <a:bodyPr/>
        <a:lstStyle/>
        <a:p>
          <a:endParaRPr lang="en-US"/>
        </a:p>
      </dgm:t>
    </dgm:pt>
    <dgm:pt modelId="{92111071-7A7D-4208-B88C-7F7C3A4BCC42}">
      <dgm:prSet/>
      <dgm:spPr/>
      <dgm:t>
        <a:bodyPr/>
        <a:lstStyle/>
        <a:p>
          <a:r>
            <a:rPr lang="en-US"/>
            <a:t>How many APIs do you think you used today?</a:t>
          </a:r>
        </a:p>
      </dgm:t>
    </dgm:pt>
    <dgm:pt modelId="{76B1F992-9434-4FF5-A387-2BD006A16765}" type="parTrans" cxnId="{811A93C2-B0ED-4BB1-8DB0-BC6D1758AF65}">
      <dgm:prSet/>
      <dgm:spPr/>
      <dgm:t>
        <a:bodyPr/>
        <a:lstStyle/>
        <a:p>
          <a:endParaRPr lang="en-US"/>
        </a:p>
      </dgm:t>
    </dgm:pt>
    <dgm:pt modelId="{6630C190-2104-4E29-879F-6F5A092D93BD}" type="sibTrans" cxnId="{811A93C2-B0ED-4BB1-8DB0-BC6D1758AF65}">
      <dgm:prSet/>
      <dgm:spPr/>
      <dgm:t>
        <a:bodyPr/>
        <a:lstStyle/>
        <a:p>
          <a:endParaRPr lang="en-US"/>
        </a:p>
      </dgm:t>
    </dgm:pt>
    <dgm:pt modelId="{9FFD9CAA-522A-4F02-A053-346A7190A278}" type="pres">
      <dgm:prSet presAssocID="{EDD076A3-AB56-4EF2-870D-6E5B8E09C40D}" presName="root" presStyleCnt="0">
        <dgm:presLayoutVars>
          <dgm:dir/>
          <dgm:resizeHandles val="exact"/>
        </dgm:presLayoutVars>
      </dgm:prSet>
      <dgm:spPr/>
    </dgm:pt>
    <dgm:pt modelId="{438CFC9D-94F1-4EFB-9015-7EC7A4CE7746}" type="pres">
      <dgm:prSet presAssocID="{F1081DBB-F2F2-4479-BBD6-26F943D09C03}" presName="compNode" presStyleCnt="0"/>
      <dgm:spPr/>
    </dgm:pt>
    <dgm:pt modelId="{6B7FE24D-2369-4353-9F9D-A317F9DC4B8A}" type="pres">
      <dgm:prSet presAssocID="{F1081DBB-F2F2-4479-BBD6-26F943D09C0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D2B8321-E935-4F16-B4D7-8D15F9C52DB0}" type="pres">
      <dgm:prSet presAssocID="{F1081DBB-F2F2-4479-BBD6-26F943D09C03}" presName="iconSpace" presStyleCnt="0"/>
      <dgm:spPr/>
    </dgm:pt>
    <dgm:pt modelId="{FC3A8D1A-DFE0-4F2E-A43D-9D37AB734515}" type="pres">
      <dgm:prSet presAssocID="{F1081DBB-F2F2-4479-BBD6-26F943D09C03}" presName="parTx" presStyleLbl="revTx" presStyleIdx="0" presStyleCnt="4">
        <dgm:presLayoutVars>
          <dgm:chMax val="0"/>
          <dgm:chPref val="0"/>
        </dgm:presLayoutVars>
      </dgm:prSet>
      <dgm:spPr/>
    </dgm:pt>
    <dgm:pt modelId="{80711712-972B-47B2-A18F-CD8197408614}" type="pres">
      <dgm:prSet presAssocID="{F1081DBB-F2F2-4479-BBD6-26F943D09C03}" presName="txSpace" presStyleCnt="0"/>
      <dgm:spPr/>
    </dgm:pt>
    <dgm:pt modelId="{3F385F8E-8D2F-49E6-AC72-065FA301E2FE}" type="pres">
      <dgm:prSet presAssocID="{F1081DBB-F2F2-4479-BBD6-26F943D09C03}" presName="desTx" presStyleLbl="revTx" presStyleIdx="1" presStyleCnt="4">
        <dgm:presLayoutVars/>
      </dgm:prSet>
      <dgm:spPr/>
    </dgm:pt>
    <dgm:pt modelId="{4D55923C-FD9F-42E5-9021-16730E1F2698}" type="pres">
      <dgm:prSet presAssocID="{5C3D6542-0C81-47BC-8E52-421619ED020C}" presName="sibTrans" presStyleCnt="0"/>
      <dgm:spPr/>
    </dgm:pt>
    <dgm:pt modelId="{5BE9791E-EF36-4DEC-9E72-9312E1ECAE1B}" type="pres">
      <dgm:prSet presAssocID="{705EA59F-A914-453F-802A-24425D9E5483}" presName="compNode" presStyleCnt="0"/>
      <dgm:spPr/>
    </dgm:pt>
    <dgm:pt modelId="{C1B4C00F-006E-4EC6-A95D-570C8733957D}" type="pres">
      <dgm:prSet presAssocID="{705EA59F-A914-453F-802A-24425D9E548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0EA756DF-4937-47FC-8612-23B26CF7FA23}" type="pres">
      <dgm:prSet presAssocID="{705EA59F-A914-453F-802A-24425D9E5483}" presName="iconSpace" presStyleCnt="0"/>
      <dgm:spPr/>
    </dgm:pt>
    <dgm:pt modelId="{84970110-E74B-4E93-BABE-6CCC119BDFF0}" type="pres">
      <dgm:prSet presAssocID="{705EA59F-A914-453F-802A-24425D9E5483}" presName="parTx" presStyleLbl="revTx" presStyleIdx="2" presStyleCnt="4">
        <dgm:presLayoutVars>
          <dgm:chMax val="0"/>
          <dgm:chPref val="0"/>
        </dgm:presLayoutVars>
      </dgm:prSet>
      <dgm:spPr/>
    </dgm:pt>
    <dgm:pt modelId="{1506E553-B553-4AE3-A351-00B9DE1E6DA1}" type="pres">
      <dgm:prSet presAssocID="{705EA59F-A914-453F-802A-24425D9E5483}" presName="txSpace" presStyleCnt="0"/>
      <dgm:spPr/>
    </dgm:pt>
    <dgm:pt modelId="{B71C6E75-34E3-42B7-B705-0DDD1A20FFEE}" type="pres">
      <dgm:prSet presAssocID="{705EA59F-A914-453F-802A-24425D9E5483}" presName="desTx" presStyleLbl="revTx" presStyleIdx="3" presStyleCnt="4">
        <dgm:presLayoutVars/>
      </dgm:prSet>
      <dgm:spPr/>
    </dgm:pt>
  </dgm:ptLst>
  <dgm:cxnLst>
    <dgm:cxn modelId="{511DA00B-85A2-4333-9C40-BE4ED3512726}" srcId="{F1081DBB-F2F2-4479-BBD6-26F943D09C03}" destId="{7E95EE9B-A3FA-4212-8AFB-240FB9B0728C}" srcOrd="4" destOrd="0" parTransId="{6420B7DD-E1E4-46AE-8D7D-E6274BAA7AEB}" sibTransId="{CBB6A293-5F85-4883-8D82-FEFCF97A31B0}"/>
    <dgm:cxn modelId="{8E18EE0F-93D6-4ABC-82CB-E6B56110958F}" type="presOf" srcId="{C6F02363-087C-4181-BF66-764693EF47C2}" destId="{3F385F8E-8D2F-49E6-AC72-065FA301E2FE}" srcOrd="0" destOrd="0" presId="urn:microsoft.com/office/officeart/2018/2/layout/IconLabelDescriptionList"/>
    <dgm:cxn modelId="{4FEBBD1A-4412-4D5E-AE2F-7F22B8F1D16A}" srcId="{F1081DBB-F2F2-4479-BBD6-26F943D09C03}" destId="{A902F15C-011E-4227-B3FC-547C0EC513A1}" srcOrd="1" destOrd="0" parTransId="{D00C1A5F-4811-4CA8-B28B-78BC7FDD580D}" sibTransId="{AEA836D1-7CA4-465E-97A6-2C97F600D74B}"/>
    <dgm:cxn modelId="{42765C1D-EEFA-473B-87A7-6B8F706FEF47}" srcId="{EDD076A3-AB56-4EF2-870D-6E5B8E09C40D}" destId="{F1081DBB-F2F2-4479-BBD6-26F943D09C03}" srcOrd="0" destOrd="0" parTransId="{E8AA9B16-3B89-44F1-A3BF-653174EAFFA2}" sibTransId="{5C3D6542-0C81-47BC-8E52-421619ED020C}"/>
    <dgm:cxn modelId="{008DFB4E-1EB6-426B-8273-C6FDAB72CEDC}" srcId="{EDD076A3-AB56-4EF2-870D-6E5B8E09C40D}" destId="{705EA59F-A914-453F-802A-24425D9E5483}" srcOrd="1" destOrd="0" parTransId="{07BA4F83-037E-4D4C-A812-508ACA82A1BA}" sibTransId="{73FF5C51-A1FB-4405-BDA1-09458FF0152C}"/>
    <dgm:cxn modelId="{770D2757-83DA-471E-B97F-8541B723F3F0}" type="presOf" srcId="{92111071-7A7D-4208-B88C-7F7C3A4BCC42}" destId="{B71C6E75-34E3-42B7-B705-0DDD1A20FFEE}" srcOrd="0" destOrd="0" presId="urn:microsoft.com/office/officeart/2018/2/layout/IconLabelDescriptionList"/>
    <dgm:cxn modelId="{1DDB9379-D9BE-4F10-877E-B2109C3501BF}" type="presOf" srcId="{F1081DBB-F2F2-4479-BBD6-26F943D09C03}" destId="{FC3A8D1A-DFE0-4F2E-A43D-9D37AB734515}" srcOrd="0" destOrd="0" presId="urn:microsoft.com/office/officeart/2018/2/layout/IconLabelDescriptionList"/>
    <dgm:cxn modelId="{4BEFF890-46FC-499A-B3FC-D5A7195511B5}" srcId="{F1081DBB-F2F2-4479-BBD6-26F943D09C03}" destId="{C6F02363-087C-4181-BF66-764693EF47C2}" srcOrd="0" destOrd="0" parTransId="{4D8419DB-364B-400E-9621-908443FF454C}" sibTransId="{77DD5D79-5315-4F28-8C39-5272AD5A4544}"/>
    <dgm:cxn modelId="{6ACEDB9A-38DF-4FD2-B0F7-CA88065276FA}" type="presOf" srcId="{7E95EE9B-A3FA-4212-8AFB-240FB9B0728C}" destId="{3F385F8E-8D2F-49E6-AC72-065FA301E2FE}" srcOrd="0" destOrd="4" presId="urn:microsoft.com/office/officeart/2018/2/layout/IconLabelDescriptionList"/>
    <dgm:cxn modelId="{FA7A63A4-EABA-4715-A851-9F849F655B33}" srcId="{F1081DBB-F2F2-4479-BBD6-26F943D09C03}" destId="{B88C4C2E-FE24-417C-9472-E74AB87A4A20}" srcOrd="2" destOrd="0" parTransId="{D88E58D1-3698-4AC6-AFF8-772B918330E2}" sibTransId="{B57EC7E4-0760-4485-81CD-F43814566786}"/>
    <dgm:cxn modelId="{0260E7B3-D31C-4C85-A852-CB4D8CCD90F7}" type="presOf" srcId="{B88C4C2E-FE24-417C-9472-E74AB87A4A20}" destId="{3F385F8E-8D2F-49E6-AC72-065FA301E2FE}" srcOrd="0" destOrd="2" presId="urn:microsoft.com/office/officeart/2018/2/layout/IconLabelDescriptionList"/>
    <dgm:cxn modelId="{825BACBC-1277-4B44-B580-FA717BCBDA84}" type="presOf" srcId="{705EA59F-A914-453F-802A-24425D9E5483}" destId="{84970110-E74B-4E93-BABE-6CCC119BDFF0}" srcOrd="0" destOrd="0" presId="urn:microsoft.com/office/officeart/2018/2/layout/IconLabelDescriptionList"/>
    <dgm:cxn modelId="{811A93C2-B0ED-4BB1-8DB0-BC6D1758AF65}" srcId="{705EA59F-A914-453F-802A-24425D9E5483}" destId="{92111071-7A7D-4208-B88C-7F7C3A4BCC42}" srcOrd="0" destOrd="0" parTransId="{76B1F992-9434-4FF5-A387-2BD006A16765}" sibTransId="{6630C190-2104-4E29-879F-6F5A092D93BD}"/>
    <dgm:cxn modelId="{DD1B91D9-D341-4F24-9184-BE5691A03E0A}" type="presOf" srcId="{EDD076A3-AB56-4EF2-870D-6E5B8E09C40D}" destId="{9FFD9CAA-522A-4F02-A053-346A7190A278}" srcOrd="0" destOrd="0" presId="urn:microsoft.com/office/officeart/2018/2/layout/IconLabelDescriptionList"/>
    <dgm:cxn modelId="{D415EBE6-3552-40B0-8C24-847646E7AE25}" srcId="{F1081DBB-F2F2-4479-BBD6-26F943D09C03}" destId="{B6202CE6-C3D6-4107-8028-4A687D78ADCE}" srcOrd="3" destOrd="0" parTransId="{F958160F-5FB7-4124-943D-D55EB314CF65}" sibTransId="{44F423A0-BD7D-4CA6-86DF-38CC5B113FC6}"/>
    <dgm:cxn modelId="{194F23E8-902D-4F5E-A28E-A1215CB8703D}" type="presOf" srcId="{B6202CE6-C3D6-4107-8028-4A687D78ADCE}" destId="{3F385F8E-8D2F-49E6-AC72-065FA301E2FE}" srcOrd="0" destOrd="3" presId="urn:microsoft.com/office/officeart/2018/2/layout/IconLabelDescriptionList"/>
    <dgm:cxn modelId="{CCD406FF-F4D4-4DE1-8802-90F68B690C3E}" type="presOf" srcId="{A902F15C-011E-4227-B3FC-547C0EC513A1}" destId="{3F385F8E-8D2F-49E6-AC72-065FA301E2FE}" srcOrd="0" destOrd="1" presId="urn:microsoft.com/office/officeart/2018/2/layout/IconLabelDescriptionList"/>
    <dgm:cxn modelId="{6787A611-8F35-4298-BE23-9F22D4CD29CE}" type="presParOf" srcId="{9FFD9CAA-522A-4F02-A053-346A7190A278}" destId="{438CFC9D-94F1-4EFB-9015-7EC7A4CE7746}" srcOrd="0" destOrd="0" presId="urn:microsoft.com/office/officeart/2018/2/layout/IconLabelDescriptionList"/>
    <dgm:cxn modelId="{13F90EAB-7F2A-4C2D-8FE0-5087F5150876}" type="presParOf" srcId="{438CFC9D-94F1-4EFB-9015-7EC7A4CE7746}" destId="{6B7FE24D-2369-4353-9F9D-A317F9DC4B8A}" srcOrd="0" destOrd="0" presId="urn:microsoft.com/office/officeart/2018/2/layout/IconLabelDescriptionList"/>
    <dgm:cxn modelId="{A41DA15E-D057-45AA-8863-9BCDC0987DD4}" type="presParOf" srcId="{438CFC9D-94F1-4EFB-9015-7EC7A4CE7746}" destId="{CD2B8321-E935-4F16-B4D7-8D15F9C52DB0}" srcOrd="1" destOrd="0" presId="urn:microsoft.com/office/officeart/2018/2/layout/IconLabelDescriptionList"/>
    <dgm:cxn modelId="{79128ADE-D781-4DE3-802A-C6369C95E7AF}" type="presParOf" srcId="{438CFC9D-94F1-4EFB-9015-7EC7A4CE7746}" destId="{FC3A8D1A-DFE0-4F2E-A43D-9D37AB734515}" srcOrd="2" destOrd="0" presId="urn:microsoft.com/office/officeart/2018/2/layout/IconLabelDescriptionList"/>
    <dgm:cxn modelId="{F95B313C-8994-448A-9CC8-284C4EB0EA68}" type="presParOf" srcId="{438CFC9D-94F1-4EFB-9015-7EC7A4CE7746}" destId="{80711712-972B-47B2-A18F-CD8197408614}" srcOrd="3" destOrd="0" presId="urn:microsoft.com/office/officeart/2018/2/layout/IconLabelDescriptionList"/>
    <dgm:cxn modelId="{A1CB7FDB-ACDF-432F-8C03-842C6778FB81}" type="presParOf" srcId="{438CFC9D-94F1-4EFB-9015-7EC7A4CE7746}" destId="{3F385F8E-8D2F-49E6-AC72-065FA301E2FE}" srcOrd="4" destOrd="0" presId="urn:microsoft.com/office/officeart/2018/2/layout/IconLabelDescriptionList"/>
    <dgm:cxn modelId="{B5DC50BC-8CEF-4D61-88CD-20D4F5F66EAD}" type="presParOf" srcId="{9FFD9CAA-522A-4F02-A053-346A7190A278}" destId="{4D55923C-FD9F-42E5-9021-16730E1F2698}" srcOrd="1" destOrd="0" presId="urn:microsoft.com/office/officeart/2018/2/layout/IconLabelDescriptionList"/>
    <dgm:cxn modelId="{BFC5754C-9558-4F14-9C72-D72F18179638}" type="presParOf" srcId="{9FFD9CAA-522A-4F02-A053-346A7190A278}" destId="{5BE9791E-EF36-4DEC-9E72-9312E1ECAE1B}" srcOrd="2" destOrd="0" presId="urn:microsoft.com/office/officeart/2018/2/layout/IconLabelDescriptionList"/>
    <dgm:cxn modelId="{2562FE3C-C408-4E66-A197-32238DC80790}" type="presParOf" srcId="{5BE9791E-EF36-4DEC-9E72-9312E1ECAE1B}" destId="{C1B4C00F-006E-4EC6-A95D-570C8733957D}" srcOrd="0" destOrd="0" presId="urn:microsoft.com/office/officeart/2018/2/layout/IconLabelDescriptionList"/>
    <dgm:cxn modelId="{09752BBC-58A6-4DD0-B27F-EB02AEF37B44}" type="presParOf" srcId="{5BE9791E-EF36-4DEC-9E72-9312E1ECAE1B}" destId="{0EA756DF-4937-47FC-8612-23B26CF7FA23}" srcOrd="1" destOrd="0" presId="urn:microsoft.com/office/officeart/2018/2/layout/IconLabelDescriptionList"/>
    <dgm:cxn modelId="{2FAC43B9-2559-4EAE-8BAA-23A0E3043DD1}" type="presParOf" srcId="{5BE9791E-EF36-4DEC-9E72-9312E1ECAE1B}" destId="{84970110-E74B-4E93-BABE-6CCC119BDFF0}" srcOrd="2" destOrd="0" presId="urn:microsoft.com/office/officeart/2018/2/layout/IconLabelDescriptionList"/>
    <dgm:cxn modelId="{F5EE9CA8-B636-47F7-95B2-9D6A583424F2}" type="presParOf" srcId="{5BE9791E-EF36-4DEC-9E72-9312E1ECAE1B}" destId="{1506E553-B553-4AE3-A351-00B9DE1E6DA1}" srcOrd="3" destOrd="0" presId="urn:microsoft.com/office/officeart/2018/2/layout/IconLabelDescriptionList"/>
    <dgm:cxn modelId="{9C888D04-DBF9-48B7-88F3-A0974ACFADBC}" type="presParOf" srcId="{5BE9791E-EF36-4DEC-9E72-9312E1ECAE1B}" destId="{B71C6E75-34E3-42B7-B705-0DDD1A20FFE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84F9F7-7173-4415-B598-C89E1F90896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20BA6A-46A9-4219-A572-D45F1052908B}">
      <dgm:prSet/>
      <dgm:spPr/>
      <dgm:t>
        <a:bodyPr/>
        <a:lstStyle/>
        <a:p>
          <a:r>
            <a:rPr lang="en-US" b="1"/>
            <a:t>Sales Analytics</a:t>
          </a:r>
          <a:endParaRPr lang="en-US"/>
        </a:p>
      </dgm:t>
    </dgm:pt>
    <dgm:pt modelId="{652A1436-E6F1-4385-8F78-C22B00FD08DB}" type="parTrans" cxnId="{7F31F9BA-775B-44BA-BD3F-6EFB75525824}">
      <dgm:prSet/>
      <dgm:spPr/>
      <dgm:t>
        <a:bodyPr/>
        <a:lstStyle/>
        <a:p>
          <a:endParaRPr lang="en-US"/>
        </a:p>
      </dgm:t>
    </dgm:pt>
    <dgm:pt modelId="{94F85524-87BB-481A-96E5-CD4BE97F8299}" type="sibTrans" cxnId="{7F31F9BA-775B-44BA-BD3F-6EFB75525824}">
      <dgm:prSet/>
      <dgm:spPr/>
      <dgm:t>
        <a:bodyPr/>
        <a:lstStyle/>
        <a:p>
          <a:endParaRPr lang="en-US"/>
        </a:p>
      </dgm:t>
    </dgm:pt>
    <dgm:pt modelId="{C4ED4990-716E-4EA1-B89C-F127AE4AEFF3}">
      <dgm:prSet/>
      <dgm:spPr/>
      <dgm:t>
        <a:bodyPr/>
        <a:lstStyle/>
        <a:p>
          <a:r>
            <a:rPr lang="en-US"/>
            <a:t>Salesforce API → Warehouse → Dashboard</a:t>
          </a:r>
        </a:p>
      </dgm:t>
    </dgm:pt>
    <dgm:pt modelId="{FB3AD809-EE0C-4763-AC40-982BD3055E93}" type="parTrans" cxnId="{FCCDB8C7-0731-4E1B-B740-E89CE35FC528}">
      <dgm:prSet/>
      <dgm:spPr/>
      <dgm:t>
        <a:bodyPr/>
        <a:lstStyle/>
        <a:p>
          <a:endParaRPr lang="en-US"/>
        </a:p>
      </dgm:t>
    </dgm:pt>
    <dgm:pt modelId="{61172789-B529-4DA0-953E-ED93C1A34D80}" type="sibTrans" cxnId="{FCCDB8C7-0731-4E1B-B740-E89CE35FC528}">
      <dgm:prSet/>
      <dgm:spPr/>
      <dgm:t>
        <a:bodyPr/>
        <a:lstStyle/>
        <a:p>
          <a:endParaRPr lang="en-US"/>
        </a:p>
      </dgm:t>
    </dgm:pt>
    <dgm:pt modelId="{C0CA5A62-ED8F-4DE7-8675-9361E08886B5}">
      <dgm:prSet/>
      <dgm:spPr/>
      <dgm:t>
        <a:bodyPr/>
        <a:lstStyle/>
        <a:p>
          <a:r>
            <a:rPr lang="en-US" b="1"/>
            <a:t>Financial Reporting</a:t>
          </a:r>
          <a:endParaRPr lang="en-US"/>
        </a:p>
      </dgm:t>
    </dgm:pt>
    <dgm:pt modelId="{FB7A6FF5-9EEC-491D-93C1-C5A0F94062E1}" type="parTrans" cxnId="{B4DDA8E2-DB03-48C4-B54E-5A24ADBBFA98}">
      <dgm:prSet/>
      <dgm:spPr/>
      <dgm:t>
        <a:bodyPr/>
        <a:lstStyle/>
        <a:p>
          <a:endParaRPr lang="en-US"/>
        </a:p>
      </dgm:t>
    </dgm:pt>
    <dgm:pt modelId="{CEB023C3-01A7-4EBD-9DEB-05E125C98425}" type="sibTrans" cxnId="{B4DDA8E2-DB03-48C4-B54E-5A24ADBBFA98}">
      <dgm:prSet/>
      <dgm:spPr/>
      <dgm:t>
        <a:bodyPr/>
        <a:lstStyle/>
        <a:p>
          <a:endParaRPr lang="en-US"/>
        </a:p>
      </dgm:t>
    </dgm:pt>
    <dgm:pt modelId="{999E57E6-4F6D-4B11-A803-08BCDAEB3EA5}">
      <dgm:prSet/>
      <dgm:spPr/>
      <dgm:t>
        <a:bodyPr/>
        <a:lstStyle/>
        <a:p>
          <a:r>
            <a:rPr lang="en-US"/>
            <a:t>NetSuite API → Snowflake</a:t>
          </a:r>
        </a:p>
      </dgm:t>
    </dgm:pt>
    <dgm:pt modelId="{7BCF5C99-ED54-418A-84FC-D751AA47B669}" type="parTrans" cxnId="{73016AE9-A629-4C3D-ACD1-9E1916C78417}">
      <dgm:prSet/>
      <dgm:spPr/>
      <dgm:t>
        <a:bodyPr/>
        <a:lstStyle/>
        <a:p>
          <a:endParaRPr lang="en-US"/>
        </a:p>
      </dgm:t>
    </dgm:pt>
    <dgm:pt modelId="{0036A502-D081-4F5D-8765-E7A82428D6C5}" type="sibTrans" cxnId="{73016AE9-A629-4C3D-ACD1-9E1916C78417}">
      <dgm:prSet/>
      <dgm:spPr/>
      <dgm:t>
        <a:bodyPr/>
        <a:lstStyle/>
        <a:p>
          <a:endParaRPr lang="en-US"/>
        </a:p>
      </dgm:t>
    </dgm:pt>
    <dgm:pt modelId="{8B0904EC-9E81-460F-B1F9-ED540BBD7814}">
      <dgm:prSet/>
      <dgm:spPr/>
      <dgm:t>
        <a:bodyPr/>
        <a:lstStyle/>
        <a:p>
          <a:r>
            <a:rPr lang="en-US" b="1"/>
            <a:t>Monitoring</a:t>
          </a:r>
          <a:endParaRPr lang="en-US"/>
        </a:p>
      </dgm:t>
    </dgm:pt>
    <dgm:pt modelId="{2ABE3343-1C44-4038-9347-801EF0C67291}" type="parTrans" cxnId="{2C865BF6-D931-4DBB-9BFD-FB007B0A4A6C}">
      <dgm:prSet/>
      <dgm:spPr/>
      <dgm:t>
        <a:bodyPr/>
        <a:lstStyle/>
        <a:p>
          <a:endParaRPr lang="en-US"/>
        </a:p>
      </dgm:t>
    </dgm:pt>
    <dgm:pt modelId="{1EB82E72-478E-4B36-9857-914951BD9CB5}" type="sibTrans" cxnId="{2C865BF6-D931-4DBB-9BFD-FB007B0A4A6C}">
      <dgm:prSet/>
      <dgm:spPr/>
      <dgm:t>
        <a:bodyPr/>
        <a:lstStyle/>
        <a:p>
          <a:endParaRPr lang="en-US"/>
        </a:p>
      </dgm:t>
    </dgm:pt>
    <dgm:pt modelId="{9B657390-2F7D-45FA-B24E-98F19F65949B}">
      <dgm:prSet/>
      <dgm:spPr/>
      <dgm:t>
        <a:bodyPr/>
        <a:lstStyle/>
        <a:p>
          <a:r>
            <a:rPr lang="en-US"/>
            <a:t>Azure API → Cost reporting</a:t>
          </a:r>
        </a:p>
      </dgm:t>
    </dgm:pt>
    <dgm:pt modelId="{3370E767-7B37-4252-B4AB-60BDDDE52678}" type="parTrans" cxnId="{13882051-0677-477E-B027-62F28A333A4A}">
      <dgm:prSet/>
      <dgm:spPr/>
      <dgm:t>
        <a:bodyPr/>
        <a:lstStyle/>
        <a:p>
          <a:endParaRPr lang="en-US"/>
        </a:p>
      </dgm:t>
    </dgm:pt>
    <dgm:pt modelId="{8A07C7BD-9D4A-4B9B-82A9-3670A50A42BA}" type="sibTrans" cxnId="{13882051-0677-477E-B027-62F28A333A4A}">
      <dgm:prSet/>
      <dgm:spPr/>
      <dgm:t>
        <a:bodyPr/>
        <a:lstStyle/>
        <a:p>
          <a:endParaRPr lang="en-US"/>
        </a:p>
      </dgm:t>
    </dgm:pt>
    <dgm:pt modelId="{A1C5E622-8C8B-4E5A-BE48-EAFC138F64DF}">
      <dgm:prSet/>
      <dgm:spPr/>
      <dgm:t>
        <a:bodyPr/>
        <a:lstStyle/>
        <a:p>
          <a:r>
            <a:rPr lang="en-US" b="1"/>
            <a:t>IoT</a:t>
          </a:r>
          <a:endParaRPr lang="en-US"/>
        </a:p>
      </dgm:t>
    </dgm:pt>
    <dgm:pt modelId="{6D21F9C5-1196-44F4-AF89-07B5A9CD5B68}" type="parTrans" cxnId="{6CBE3827-CC5A-4CC9-AD1F-BB063DBBFE5D}">
      <dgm:prSet/>
      <dgm:spPr/>
      <dgm:t>
        <a:bodyPr/>
        <a:lstStyle/>
        <a:p>
          <a:endParaRPr lang="en-US"/>
        </a:p>
      </dgm:t>
    </dgm:pt>
    <dgm:pt modelId="{DBC4164C-B757-4D81-8380-8E7103B8A158}" type="sibTrans" cxnId="{6CBE3827-CC5A-4CC9-AD1F-BB063DBBFE5D}">
      <dgm:prSet/>
      <dgm:spPr/>
      <dgm:t>
        <a:bodyPr/>
        <a:lstStyle/>
        <a:p>
          <a:endParaRPr lang="en-US"/>
        </a:p>
      </dgm:t>
    </dgm:pt>
    <dgm:pt modelId="{9C9B96CD-83B4-43A2-974B-DFAAB7C35435}">
      <dgm:prSet/>
      <dgm:spPr/>
      <dgm:t>
        <a:bodyPr/>
        <a:lstStyle/>
        <a:p>
          <a:r>
            <a:rPr lang="en-US"/>
            <a:t>Sensor APIs → Analytics</a:t>
          </a:r>
        </a:p>
      </dgm:t>
    </dgm:pt>
    <dgm:pt modelId="{8688FC7E-F8FD-4168-AF57-C074FB535267}" type="parTrans" cxnId="{42CB4D70-25CA-4D8C-B19A-FDA78F34461F}">
      <dgm:prSet/>
      <dgm:spPr/>
      <dgm:t>
        <a:bodyPr/>
        <a:lstStyle/>
        <a:p>
          <a:endParaRPr lang="en-US"/>
        </a:p>
      </dgm:t>
    </dgm:pt>
    <dgm:pt modelId="{E9908229-2CE5-4F52-A783-92AA05A1A9EF}" type="sibTrans" cxnId="{42CB4D70-25CA-4D8C-B19A-FDA78F34461F}">
      <dgm:prSet/>
      <dgm:spPr/>
      <dgm:t>
        <a:bodyPr/>
        <a:lstStyle/>
        <a:p>
          <a:endParaRPr lang="en-US"/>
        </a:p>
      </dgm:t>
    </dgm:pt>
    <dgm:pt modelId="{A4C0192C-862E-4819-9838-37879C1883A4}" type="pres">
      <dgm:prSet presAssocID="{F984F9F7-7173-4415-B598-C89E1F908963}" presName="root" presStyleCnt="0">
        <dgm:presLayoutVars>
          <dgm:dir/>
          <dgm:resizeHandles val="exact"/>
        </dgm:presLayoutVars>
      </dgm:prSet>
      <dgm:spPr/>
    </dgm:pt>
    <dgm:pt modelId="{608B911B-06B7-412D-8DCF-7D26E933E2FE}" type="pres">
      <dgm:prSet presAssocID="{2E20BA6A-46A9-4219-A572-D45F1052908B}" presName="compNode" presStyleCnt="0"/>
      <dgm:spPr/>
    </dgm:pt>
    <dgm:pt modelId="{61CAACCF-E13F-4B88-8B25-4F00DF389ACD}" type="pres">
      <dgm:prSet presAssocID="{2E20BA6A-46A9-4219-A572-D45F1052908B}" presName="bgRect" presStyleLbl="bgShp" presStyleIdx="0" presStyleCnt="4"/>
      <dgm:spPr/>
    </dgm:pt>
    <dgm:pt modelId="{807AC957-123D-4D16-8419-3B3B9B020AE3}" type="pres">
      <dgm:prSet presAssocID="{2E20BA6A-46A9-4219-A572-D45F1052908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FE6253C-65D6-403F-943A-3D4610241F7D}" type="pres">
      <dgm:prSet presAssocID="{2E20BA6A-46A9-4219-A572-D45F1052908B}" presName="spaceRect" presStyleCnt="0"/>
      <dgm:spPr/>
    </dgm:pt>
    <dgm:pt modelId="{8AE0BCC1-20B3-4B62-B4BF-A760E1C711F2}" type="pres">
      <dgm:prSet presAssocID="{2E20BA6A-46A9-4219-A572-D45F1052908B}" presName="parTx" presStyleLbl="revTx" presStyleIdx="0" presStyleCnt="8">
        <dgm:presLayoutVars>
          <dgm:chMax val="0"/>
          <dgm:chPref val="0"/>
        </dgm:presLayoutVars>
      </dgm:prSet>
      <dgm:spPr/>
    </dgm:pt>
    <dgm:pt modelId="{40793EC8-96B3-40AE-83A3-F0E7965B9690}" type="pres">
      <dgm:prSet presAssocID="{2E20BA6A-46A9-4219-A572-D45F1052908B}" presName="desTx" presStyleLbl="revTx" presStyleIdx="1" presStyleCnt="8">
        <dgm:presLayoutVars/>
      </dgm:prSet>
      <dgm:spPr/>
    </dgm:pt>
    <dgm:pt modelId="{8B23FD5F-E995-4893-AF22-365009B19050}" type="pres">
      <dgm:prSet presAssocID="{94F85524-87BB-481A-96E5-CD4BE97F8299}" presName="sibTrans" presStyleCnt="0"/>
      <dgm:spPr/>
    </dgm:pt>
    <dgm:pt modelId="{1B2552B8-C25A-492A-8DB9-9D309EDAE767}" type="pres">
      <dgm:prSet presAssocID="{C0CA5A62-ED8F-4DE7-8675-9361E08886B5}" presName="compNode" presStyleCnt="0"/>
      <dgm:spPr/>
    </dgm:pt>
    <dgm:pt modelId="{239ACC4A-52F8-46E1-881A-427A7D16E3CF}" type="pres">
      <dgm:prSet presAssocID="{C0CA5A62-ED8F-4DE7-8675-9361E08886B5}" presName="bgRect" presStyleLbl="bgShp" presStyleIdx="1" presStyleCnt="4"/>
      <dgm:spPr/>
    </dgm:pt>
    <dgm:pt modelId="{65501E11-F58F-4618-ACE1-2A7A9436749A}" type="pres">
      <dgm:prSet presAssocID="{C0CA5A62-ED8F-4DE7-8675-9361E08886B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6D33BF96-3E44-4AA6-84F4-2A685D486F3B}" type="pres">
      <dgm:prSet presAssocID="{C0CA5A62-ED8F-4DE7-8675-9361E08886B5}" presName="spaceRect" presStyleCnt="0"/>
      <dgm:spPr/>
    </dgm:pt>
    <dgm:pt modelId="{B258E3B6-3197-477E-A242-C3A2EE5A6983}" type="pres">
      <dgm:prSet presAssocID="{C0CA5A62-ED8F-4DE7-8675-9361E08886B5}" presName="parTx" presStyleLbl="revTx" presStyleIdx="2" presStyleCnt="8">
        <dgm:presLayoutVars>
          <dgm:chMax val="0"/>
          <dgm:chPref val="0"/>
        </dgm:presLayoutVars>
      </dgm:prSet>
      <dgm:spPr/>
    </dgm:pt>
    <dgm:pt modelId="{62C62662-6584-4DC3-A09A-ED7E63820014}" type="pres">
      <dgm:prSet presAssocID="{C0CA5A62-ED8F-4DE7-8675-9361E08886B5}" presName="desTx" presStyleLbl="revTx" presStyleIdx="3" presStyleCnt="8">
        <dgm:presLayoutVars/>
      </dgm:prSet>
      <dgm:spPr/>
    </dgm:pt>
    <dgm:pt modelId="{0370791F-B65B-4DD1-86D8-5B013D36F3DF}" type="pres">
      <dgm:prSet presAssocID="{CEB023C3-01A7-4EBD-9DEB-05E125C98425}" presName="sibTrans" presStyleCnt="0"/>
      <dgm:spPr/>
    </dgm:pt>
    <dgm:pt modelId="{53E770A5-88DF-4BE0-B8F3-1F5054B113D1}" type="pres">
      <dgm:prSet presAssocID="{8B0904EC-9E81-460F-B1F9-ED540BBD7814}" presName="compNode" presStyleCnt="0"/>
      <dgm:spPr/>
    </dgm:pt>
    <dgm:pt modelId="{E87BC1F7-4BEB-4633-8511-A2E294918383}" type="pres">
      <dgm:prSet presAssocID="{8B0904EC-9E81-460F-B1F9-ED540BBD7814}" presName="bgRect" presStyleLbl="bgShp" presStyleIdx="2" presStyleCnt="4"/>
      <dgm:spPr/>
    </dgm:pt>
    <dgm:pt modelId="{5E65919A-4897-4FE8-8946-C343A74A1008}" type="pres">
      <dgm:prSet presAssocID="{8B0904EC-9E81-460F-B1F9-ED540BBD781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C2796F7-2521-40A6-8B7B-4A8482A141C3}" type="pres">
      <dgm:prSet presAssocID="{8B0904EC-9E81-460F-B1F9-ED540BBD7814}" presName="spaceRect" presStyleCnt="0"/>
      <dgm:spPr/>
    </dgm:pt>
    <dgm:pt modelId="{D8E8EE80-C2B0-48BC-8CF7-6C545C60AC6E}" type="pres">
      <dgm:prSet presAssocID="{8B0904EC-9E81-460F-B1F9-ED540BBD7814}" presName="parTx" presStyleLbl="revTx" presStyleIdx="4" presStyleCnt="8">
        <dgm:presLayoutVars>
          <dgm:chMax val="0"/>
          <dgm:chPref val="0"/>
        </dgm:presLayoutVars>
      </dgm:prSet>
      <dgm:spPr/>
    </dgm:pt>
    <dgm:pt modelId="{E32CE873-BAF0-4393-AC45-07A2F622FCEB}" type="pres">
      <dgm:prSet presAssocID="{8B0904EC-9E81-460F-B1F9-ED540BBD7814}" presName="desTx" presStyleLbl="revTx" presStyleIdx="5" presStyleCnt="8">
        <dgm:presLayoutVars/>
      </dgm:prSet>
      <dgm:spPr/>
    </dgm:pt>
    <dgm:pt modelId="{1383E5FC-AEA4-4059-85BC-EC8DB5EEAEF6}" type="pres">
      <dgm:prSet presAssocID="{1EB82E72-478E-4B36-9857-914951BD9CB5}" presName="sibTrans" presStyleCnt="0"/>
      <dgm:spPr/>
    </dgm:pt>
    <dgm:pt modelId="{007E667C-FCDA-473B-9E40-C8551FF177E3}" type="pres">
      <dgm:prSet presAssocID="{A1C5E622-8C8B-4E5A-BE48-EAFC138F64DF}" presName="compNode" presStyleCnt="0"/>
      <dgm:spPr/>
    </dgm:pt>
    <dgm:pt modelId="{02E68553-5AFD-4EE3-ACAE-D2EDA2404ED3}" type="pres">
      <dgm:prSet presAssocID="{A1C5E622-8C8B-4E5A-BE48-EAFC138F64DF}" presName="bgRect" presStyleLbl="bgShp" presStyleIdx="3" presStyleCnt="4"/>
      <dgm:spPr/>
    </dgm:pt>
    <dgm:pt modelId="{469B343C-9B2F-4A2F-AD3F-A077BB088F6F}" type="pres">
      <dgm:prSet presAssocID="{A1C5E622-8C8B-4E5A-BE48-EAFC138F64D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C76D212E-F907-4227-87E3-874166DEDBD5}" type="pres">
      <dgm:prSet presAssocID="{A1C5E622-8C8B-4E5A-BE48-EAFC138F64DF}" presName="spaceRect" presStyleCnt="0"/>
      <dgm:spPr/>
    </dgm:pt>
    <dgm:pt modelId="{EA8353B3-C338-4CDB-BB8D-8BAC9B2D9097}" type="pres">
      <dgm:prSet presAssocID="{A1C5E622-8C8B-4E5A-BE48-EAFC138F64DF}" presName="parTx" presStyleLbl="revTx" presStyleIdx="6" presStyleCnt="8">
        <dgm:presLayoutVars>
          <dgm:chMax val="0"/>
          <dgm:chPref val="0"/>
        </dgm:presLayoutVars>
      </dgm:prSet>
      <dgm:spPr/>
    </dgm:pt>
    <dgm:pt modelId="{F382A7E5-0F5C-4D88-A8F7-D0CFA5CCBFB5}" type="pres">
      <dgm:prSet presAssocID="{A1C5E622-8C8B-4E5A-BE48-EAFC138F64DF}" presName="desTx" presStyleLbl="revTx" presStyleIdx="7" presStyleCnt="8">
        <dgm:presLayoutVars/>
      </dgm:prSet>
      <dgm:spPr/>
    </dgm:pt>
  </dgm:ptLst>
  <dgm:cxnLst>
    <dgm:cxn modelId="{848CA302-B672-4CDD-B587-5F49FE01B402}" type="presOf" srcId="{C4ED4990-716E-4EA1-B89C-F127AE4AEFF3}" destId="{40793EC8-96B3-40AE-83A3-F0E7965B9690}" srcOrd="0" destOrd="0" presId="urn:microsoft.com/office/officeart/2018/2/layout/IconVerticalSolidList"/>
    <dgm:cxn modelId="{6CBE3827-CC5A-4CC9-AD1F-BB063DBBFE5D}" srcId="{F984F9F7-7173-4415-B598-C89E1F908963}" destId="{A1C5E622-8C8B-4E5A-BE48-EAFC138F64DF}" srcOrd="3" destOrd="0" parTransId="{6D21F9C5-1196-44F4-AF89-07B5A9CD5B68}" sibTransId="{DBC4164C-B757-4D81-8380-8E7103B8A158}"/>
    <dgm:cxn modelId="{F1163230-62B5-4B80-A892-B578A3A3E8A5}" type="presOf" srcId="{999E57E6-4F6D-4B11-A803-08BCDAEB3EA5}" destId="{62C62662-6584-4DC3-A09A-ED7E63820014}" srcOrd="0" destOrd="0" presId="urn:microsoft.com/office/officeart/2018/2/layout/IconVerticalSolidList"/>
    <dgm:cxn modelId="{1D63B53E-4449-4DF5-B78B-A41B57768059}" type="presOf" srcId="{9B657390-2F7D-45FA-B24E-98F19F65949B}" destId="{E32CE873-BAF0-4393-AC45-07A2F622FCEB}" srcOrd="0" destOrd="0" presId="urn:microsoft.com/office/officeart/2018/2/layout/IconVerticalSolidList"/>
    <dgm:cxn modelId="{1C841664-D4C5-4A83-955C-F7C3726F08E0}" type="presOf" srcId="{2E20BA6A-46A9-4219-A572-D45F1052908B}" destId="{8AE0BCC1-20B3-4B62-B4BF-A760E1C711F2}" srcOrd="0" destOrd="0" presId="urn:microsoft.com/office/officeart/2018/2/layout/IconVerticalSolidList"/>
    <dgm:cxn modelId="{42CB4D70-25CA-4D8C-B19A-FDA78F34461F}" srcId="{A1C5E622-8C8B-4E5A-BE48-EAFC138F64DF}" destId="{9C9B96CD-83B4-43A2-974B-DFAAB7C35435}" srcOrd="0" destOrd="0" parTransId="{8688FC7E-F8FD-4168-AF57-C074FB535267}" sibTransId="{E9908229-2CE5-4F52-A783-92AA05A1A9EF}"/>
    <dgm:cxn modelId="{13882051-0677-477E-B027-62F28A333A4A}" srcId="{8B0904EC-9E81-460F-B1F9-ED540BBD7814}" destId="{9B657390-2F7D-45FA-B24E-98F19F65949B}" srcOrd="0" destOrd="0" parTransId="{3370E767-7B37-4252-B4AB-60BDDDE52678}" sibTransId="{8A07C7BD-9D4A-4B9B-82A9-3670A50A42BA}"/>
    <dgm:cxn modelId="{E49A319F-E585-4005-B98E-2416AE660DAB}" type="presOf" srcId="{9C9B96CD-83B4-43A2-974B-DFAAB7C35435}" destId="{F382A7E5-0F5C-4D88-A8F7-D0CFA5CCBFB5}" srcOrd="0" destOrd="0" presId="urn:microsoft.com/office/officeart/2018/2/layout/IconVerticalSolidList"/>
    <dgm:cxn modelId="{00FCB9A2-1A60-4C62-A836-36A112BC7FD3}" type="presOf" srcId="{A1C5E622-8C8B-4E5A-BE48-EAFC138F64DF}" destId="{EA8353B3-C338-4CDB-BB8D-8BAC9B2D9097}" srcOrd="0" destOrd="0" presId="urn:microsoft.com/office/officeart/2018/2/layout/IconVerticalSolidList"/>
    <dgm:cxn modelId="{7F31F9BA-775B-44BA-BD3F-6EFB75525824}" srcId="{F984F9F7-7173-4415-B598-C89E1F908963}" destId="{2E20BA6A-46A9-4219-A572-D45F1052908B}" srcOrd="0" destOrd="0" parTransId="{652A1436-E6F1-4385-8F78-C22B00FD08DB}" sibTransId="{94F85524-87BB-481A-96E5-CD4BE97F8299}"/>
    <dgm:cxn modelId="{C66B83C5-31E5-49FF-B472-B6A2D2BBBC4B}" type="presOf" srcId="{F984F9F7-7173-4415-B598-C89E1F908963}" destId="{A4C0192C-862E-4819-9838-37879C1883A4}" srcOrd="0" destOrd="0" presId="urn:microsoft.com/office/officeart/2018/2/layout/IconVerticalSolidList"/>
    <dgm:cxn modelId="{FCCDB8C7-0731-4E1B-B740-E89CE35FC528}" srcId="{2E20BA6A-46A9-4219-A572-D45F1052908B}" destId="{C4ED4990-716E-4EA1-B89C-F127AE4AEFF3}" srcOrd="0" destOrd="0" parTransId="{FB3AD809-EE0C-4763-AC40-982BD3055E93}" sibTransId="{61172789-B529-4DA0-953E-ED93C1A34D80}"/>
    <dgm:cxn modelId="{B4DDA8E2-DB03-48C4-B54E-5A24ADBBFA98}" srcId="{F984F9F7-7173-4415-B598-C89E1F908963}" destId="{C0CA5A62-ED8F-4DE7-8675-9361E08886B5}" srcOrd="1" destOrd="0" parTransId="{FB7A6FF5-9EEC-491D-93C1-C5A0F94062E1}" sibTransId="{CEB023C3-01A7-4EBD-9DEB-05E125C98425}"/>
    <dgm:cxn modelId="{73016AE9-A629-4C3D-ACD1-9E1916C78417}" srcId="{C0CA5A62-ED8F-4DE7-8675-9361E08886B5}" destId="{999E57E6-4F6D-4B11-A803-08BCDAEB3EA5}" srcOrd="0" destOrd="0" parTransId="{7BCF5C99-ED54-418A-84FC-D751AA47B669}" sibTransId="{0036A502-D081-4F5D-8765-E7A82428D6C5}"/>
    <dgm:cxn modelId="{98173EEC-354F-44D3-A297-97F4D821E7C2}" type="presOf" srcId="{C0CA5A62-ED8F-4DE7-8675-9361E08886B5}" destId="{B258E3B6-3197-477E-A242-C3A2EE5A6983}" srcOrd="0" destOrd="0" presId="urn:microsoft.com/office/officeart/2018/2/layout/IconVerticalSolidList"/>
    <dgm:cxn modelId="{2C865BF6-D931-4DBB-9BFD-FB007B0A4A6C}" srcId="{F984F9F7-7173-4415-B598-C89E1F908963}" destId="{8B0904EC-9E81-460F-B1F9-ED540BBD7814}" srcOrd="2" destOrd="0" parTransId="{2ABE3343-1C44-4038-9347-801EF0C67291}" sibTransId="{1EB82E72-478E-4B36-9857-914951BD9CB5}"/>
    <dgm:cxn modelId="{2AC08DF9-3D22-4895-94F1-31587683A47A}" type="presOf" srcId="{8B0904EC-9E81-460F-B1F9-ED540BBD7814}" destId="{D8E8EE80-C2B0-48BC-8CF7-6C545C60AC6E}" srcOrd="0" destOrd="0" presId="urn:microsoft.com/office/officeart/2018/2/layout/IconVerticalSolidList"/>
    <dgm:cxn modelId="{10D20F8A-AECF-47F5-AB98-DBEBBBA09CD7}" type="presParOf" srcId="{A4C0192C-862E-4819-9838-37879C1883A4}" destId="{608B911B-06B7-412D-8DCF-7D26E933E2FE}" srcOrd="0" destOrd="0" presId="urn:microsoft.com/office/officeart/2018/2/layout/IconVerticalSolidList"/>
    <dgm:cxn modelId="{403040D7-8383-4FC9-AEED-2DCCC2408C5D}" type="presParOf" srcId="{608B911B-06B7-412D-8DCF-7D26E933E2FE}" destId="{61CAACCF-E13F-4B88-8B25-4F00DF389ACD}" srcOrd="0" destOrd="0" presId="urn:microsoft.com/office/officeart/2018/2/layout/IconVerticalSolidList"/>
    <dgm:cxn modelId="{BB364038-EBFF-43DA-807B-2344FBD0D0E8}" type="presParOf" srcId="{608B911B-06B7-412D-8DCF-7D26E933E2FE}" destId="{807AC957-123D-4D16-8419-3B3B9B020AE3}" srcOrd="1" destOrd="0" presId="urn:microsoft.com/office/officeart/2018/2/layout/IconVerticalSolidList"/>
    <dgm:cxn modelId="{D0C6E1F0-20A5-4C73-98A9-7EDF0181701A}" type="presParOf" srcId="{608B911B-06B7-412D-8DCF-7D26E933E2FE}" destId="{3FE6253C-65D6-403F-943A-3D4610241F7D}" srcOrd="2" destOrd="0" presId="urn:microsoft.com/office/officeart/2018/2/layout/IconVerticalSolidList"/>
    <dgm:cxn modelId="{24858098-3450-4774-9FDB-DBBF385B5235}" type="presParOf" srcId="{608B911B-06B7-412D-8DCF-7D26E933E2FE}" destId="{8AE0BCC1-20B3-4B62-B4BF-A760E1C711F2}" srcOrd="3" destOrd="0" presId="urn:microsoft.com/office/officeart/2018/2/layout/IconVerticalSolidList"/>
    <dgm:cxn modelId="{719AF08E-13F5-40A2-867D-C6F2BA08F15A}" type="presParOf" srcId="{608B911B-06B7-412D-8DCF-7D26E933E2FE}" destId="{40793EC8-96B3-40AE-83A3-F0E7965B9690}" srcOrd="4" destOrd="0" presId="urn:microsoft.com/office/officeart/2018/2/layout/IconVerticalSolidList"/>
    <dgm:cxn modelId="{2EEE2BDF-D9CF-4CAB-A8BB-87F543F26E9B}" type="presParOf" srcId="{A4C0192C-862E-4819-9838-37879C1883A4}" destId="{8B23FD5F-E995-4893-AF22-365009B19050}" srcOrd="1" destOrd="0" presId="urn:microsoft.com/office/officeart/2018/2/layout/IconVerticalSolidList"/>
    <dgm:cxn modelId="{7430C2BA-5671-43EE-9934-0B690A730A65}" type="presParOf" srcId="{A4C0192C-862E-4819-9838-37879C1883A4}" destId="{1B2552B8-C25A-492A-8DB9-9D309EDAE767}" srcOrd="2" destOrd="0" presId="urn:microsoft.com/office/officeart/2018/2/layout/IconVerticalSolidList"/>
    <dgm:cxn modelId="{63CEB2DF-25C5-4894-82E6-C55EFEDE2FEC}" type="presParOf" srcId="{1B2552B8-C25A-492A-8DB9-9D309EDAE767}" destId="{239ACC4A-52F8-46E1-881A-427A7D16E3CF}" srcOrd="0" destOrd="0" presId="urn:microsoft.com/office/officeart/2018/2/layout/IconVerticalSolidList"/>
    <dgm:cxn modelId="{CBC493CC-DBA2-49CD-A789-EDBCAB86754A}" type="presParOf" srcId="{1B2552B8-C25A-492A-8DB9-9D309EDAE767}" destId="{65501E11-F58F-4618-ACE1-2A7A9436749A}" srcOrd="1" destOrd="0" presId="urn:microsoft.com/office/officeart/2018/2/layout/IconVerticalSolidList"/>
    <dgm:cxn modelId="{F3DCE56F-F4B3-4C6C-B020-5D7C55332CDF}" type="presParOf" srcId="{1B2552B8-C25A-492A-8DB9-9D309EDAE767}" destId="{6D33BF96-3E44-4AA6-84F4-2A685D486F3B}" srcOrd="2" destOrd="0" presId="urn:microsoft.com/office/officeart/2018/2/layout/IconVerticalSolidList"/>
    <dgm:cxn modelId="{1AA12F80-F52E-4744-8412-CCE9D4AD66CD}" type="presParOf" srcId="{1B2552B8-C25A-492A-8DB9-9D309EDAE767}" destId="{B258E3B6-3197-477E-A242-C3A2EE5A6983}" srcOrd="3" destOrd="0" presId="urn:microsoft.com/office/officeart/2018/2/layout/IconVerticalSolidList"/>
    <dgm:cxn modelId="{C3E5A40A-EBC6-4B95-8AD1-431B83C9EFED}" type="presParOf" srcId="{1B2552B8-C25A-492A-8DB9-9D309EDAE767}" destId="{62C62662-6584-4DC3-A09A-ED7E63820014}" srcOrd="4" destOrd="0" presId="urn:microsoft.com/office/officeart/2018/2/layout/IconVerticalSolidList"/>
    <dgm:cxn modelId="{F76E2E56-3469-47C1-99D2-E18B71CD07FC}" type="presParOf" srcId="{A4C0192C-862E-4819-9838-37879C1883A4}" destId="{0370791F-B65B-4DD1-86D8-5B013D36F3DF}" srcOrd="3" destOrd="0" presId="urn:microsoft.com/office/officeart/2018/2/layout/IconVerticalSolidList"/>
    <dgm:cxn modelId="{1308905A-DA9E-4851-BD4E-375CD47A2BB5}" type="presParOf" srcId="{A4C0192C-862E-4819-9838-37879C1883A4}" destId="{53E770A5-88DF-4BE0-B8F3-1F5054B113D1}" srcOrd="4" destOrd="0" presId="urn:microsoft.com/office/officeart/2018/2/layout/IconVerticalSolidList"/>
    <dgm:cxn modelId="{96984E35-62CC-4729-AEE9-7CF1F8B57528}" type="presParOf" srcId="{53E770A5-88DF-4BE0-B8F3-1F5054B113D1}" destId="{E87BC1F7-4BEB-4633-8511-A2E294918383}" srcOrd="0" destOrd="0" presId="urn:microsoft.com/office/officeart/2018/2/layout/IconVerticalSolidList"/>
    <dgm:cxn modelId="{9877A11E-3A69-4912-A6E6-33CC2AB41302}" type="presParOf" srcId="{53E770A5-88DF-4BE0-B8F3-1F5054B113D1}" destId="{5E65919A-4897-4FE8-8946-C343A74A1008}" srcOrd="1" destOrd="0" presId="urn:microsoft.com/office/officeart/2018/2/layout/IconVerticalSolidList"/>
    <dgm:cxn modelId="{2B43BA55-F5A3-4E9C-A2D1-8123E37BD8CE}" type="presParOf" srcId="{53E770A5-88DF-4BE0-B8F3-1F5054B113D1}" destId="{FC2796F7-2521-40A6-8B7B-4A8482A141C3}" srcOrd="2" destOrd="0" presId="urn:microsoft.com/office/officeart/2018/2/layout/IconVerticalSolidList"/>
    <dgm:cxn modelId="{C22A453D-B64D-4B6C-A9EC-A0DD8DBE3FC7}" type="presParOf" srcId="{53E770A5-88DF-4BE0-B8F3-1F5054B113D1}" destId="{D8E8EE80-C2B0-48BC-8CF7-6C545C60AC6E}" srcOrd="3" destOrd="0" presId="urn:microsoft.com/office/officeart/2018/2/layout/IconVerticalSolidList"/>
    <dgm:cxn modelId="{32B834D5-3861-4F1A-9D6E-C63BDCB6FF51}" type="presParOf" srcId="{53E770A5-88DF-4BE0-B8F3-1F5054B113D1}" destId="{E32CE873-BAF0-4393-AC45-07A2F622FCEB}" srcOrd="4" destOrd="0" presId="urn:microsoft.com/office/officeart/2018/2/layout/IconVerticalSolidList"/>
    <dgm:cxn modelId="{EE84BA81-BA63-40B9-BE1E-2AABAECF8858}" type="presParOf" srcId="{A4C0192C-862E-4819-9838-37879C1883A4}" destId="{1383E5FC-AEA4-4059-85BC-EC8DB5EEAEF6}" srcOrd="5" destOrd="0" presId="urn:microsoft.com/office/officeart/2018/2/layout/IconVerticalSolidList"/>
    <dgm:cxn modelId="{CC94CA28-5425-4F47-A51B-1659A143972B}" type="presParOf" srcId="{A4C0192C-862E-4819-9838-37879C1883A4}" destId="{007E667C-FCDA-473B-9E40-C8551FF177E3}" srcOrd="6" destOrd="0" presId="urn:microsoft.com/office/officeart/2018/2/layout/IconVerticalSolidList"/>
    <dgm:cxn modelId="{98A7A04E-DB60-4B4F-AD5A-07B8DDE139E8}" type="presParOf" srcId="{007E667C-FCDA-473B-9E40-C8551FF177E3}" destId="{02E68553-5AFD-4EE3-ACAE-D2EDA2404ED3}" srcOrd="0" destOrd="0" presId="urn:microsoft.com/office/officeart/2018/2/layout/IconVerticalSolidList"/>
    <dgm:cxn modelId="{8F7FAB06-5041-4CD8-93FB-195E09F3302C}" type="presParOf" srcId="{007E667C-FCDA-473B-9E40-C8551FF177E3}" destId="{469B343C-9B2F-4A2F-AD3F-A077BB088F6F}" srcOrd="1" destOrd="0" presId="urn:microsoft.com/office/officeart/2018/2/layout/IconVerticalSolidList"/>
    <dgm:cxn modelId="{2C8DF95D-106C-42CF-ADF6-0C05EFE10299}" type="presParOf" srcId="{007E667C-FCDA-473B-9E40-C8551FF177E3}" destId="{C76D212E-F907-4227-87E3-874166DEDBD5}" srcOrd="2" destOrd="0" presId="urn:microsoft.com/office/officeart/2018/2/layout/IconVerticalSolidList"/>
    <dgm:cxn modelId="{613905D4-BA8D-4ECA-B1F6-FD49154E91A4}" type="presParOf" srcId="{007E667C-FCDA-473B-9E40-C8551FF177E3}" destId="{EA8353B3-C338-4CDB-BB8D-8BAC9B2D9097}" srcOrd="3" destOrd="0" presId="urn:microsoft.com/office/officeart/2018/2/layout/IconVerticalSolidList"/>
    <dgm:cxn modelId="{3BCBA203-97D2-47F4-B5C8-46D0BCAEB9BB}" type="presParOf" srcId="{007E667C-FCDA-473B-9E40-C8551FF177E3}" destId="{F382A7E5-0F5C-4D88-A8F7-D0CFA5CCBFB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FD235D-6670-490A-AF42-F66B011547A0}" type="doc">
      <dgm:prSet loTypeId="urn:microsoft.com/office/officeart/2016/7/layout/LinearBlockProcessNumbered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E8B65B-5974-4E05-B937-5731D3653472}">
      <dgm:prSet/>
      <dgm:spPr/>
      <dgm:t>
        <a:bodyPr/>
        <a:lstStyle/>
        <a:p>
          <a:r>
            <a:rPr lang="en-US"/>
            <a:t>Read the docs. </a:t>
          </a:r>
        </a:p>
      </dgm:t>
    </dgm:pt>
    <dgm:pt modelId="{C46C9400-E1FC-47BC-9CD8-5EC85978D764}" type="parTrans" cxnId="{C3CB1441-2D98-47DC-AF89-01276B82C82A}">
      <dgm:prSet/>
      <dgm:spPr/>
      <dgm:t>
        <a:bodyPr/>
        <a:lstStyle/>
        <a:p>
          <a:endParaRPr lang="en-US"/>
        </a:p>
      </dgm:t>
    </dgm:pt>
    <dgm:pt modelId="{F4DEC9B8-97C0-4924-9B15-64D2C06EFD64}" type="sibTrans" cxnId="{C3CB1441-2D98-47DC-AF89-01276B82C82A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84EC343-C8D3-4C11-8E4B-733E723398DF}">
      <dgm:prSet/>
      <dgm:spPr/>
      <dgm:t>
        <a:bodyPr/>
        <a:lstStyle/>
        <a:p>
          <a:r>
            <a:rPr lang="en-US"/>
            <a:t>Start with Postman. </a:t>
          </a:r>
        </a:p>
      </dgm:t>
    </dgm:pt>
    <dgm:pt modelId="{002F8752-BF41-42D5-A47E-FC936993A212}" type="parTrans" cxnId="{EFC0E567-AC01-4832-93FE-2BAB8ACFA7C1}">
      <dgm:prSet/>
      <dgm:spPr/>
      <dgm:t>
        <a:bodyPr/>
        <a:lstStyle/>
        <a:p>
          <a:endParaRPr lang="en-US"/>
        </a:p>
      </dgm:t>
    </dgm:pt>
    <dgm:pt modelId="{BF4D3D68-F6FD-4555-B5AD-3B77006F9043}" type="sibTrans" cxnId="{EFC0E567-AC01-4832-93FE-2BAB8ACFA7C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9525741-90BE-4130-BCE1-A914DE08F51C}">
      <dgm:prSet/>
      <dgm:spPr/>
      <dgm:t>
        <a:bodyPr/>
        <a:lstStyle/>
        <a:p>
          <a:r>
            <a:rPr lang="en-US"/>
            <a:t>Handle errors gracefully. </a:t>
          </a:r>
        </a:p>
      </dgm:t>
    </dgm:pt>
    <dgm:pt modelId="{1498FE57-A95A-4096-8C7E-3AB8B5919827}" type="parTrans" cxnId="{41AF10A6-0795-40D0-B2BA-316891D24EF5}">
      <dgm:prSet/>
      <dgm:spPr/>
      <dgm:t>
        <a:bodyPr/>
        <a:lstStyle/>
        <a:p>
          <a:endParaRPr lang="en-US"/>
        </a:p>
      </dgm:t>
    </dgm:pt>
    <dgm:pt modelId="{0D8FA773-D582-47CE-92B2-61754A5FB9BC}" type="sibTrans" cxnId="{41AF10A6-0795-40D0-B2BA-316891D24EF5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E224F13-CA08-430A-AD57-E0820A03291F}">
      <dgm:prSet/>
      <dgm:spPr/>
      <dgm:t>
        <a:bodyPr/>
        <a:lstStyle/>
        <a:p>
          <a:r>
            <a:rPr lang="en-US"/>
            <a:t>Respect rate limits. </a:t>
          </a:r>
        </a:p>
      </dgm:t>
    </dgm:pt>
    <dgm:pt modelId="{56DD189A-6096-4E3C-B04D-064C6509789F}" type="parTrans" cxnId="{4BDA3840-0475-4020-87E3-AFF99195D61B}">
      <dgm:prSet/>
      <dgm:spPr/>
      <dgm:t>
        <a:bodyPr/>
        <a:lstStyle/>
        <a:p>
          <a:endParaRPr lang="en-US"/>
        </a:p>
      </dgm:t>
    </dgm:pt>
    <dgm:pt modelId="{B523AE84-FCED-4CD4-ADE9-2B303873176D}" type="sibTrans" cxnId="{4BDA3840-0475-4020-87E3-AFF99195D61B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0F9B0935-769E-4C85-BA09-DC6CEF39D90E}">
      <dgm:prSet/>
      <dgm:spPr/>
      <dgm:t>
        <a:bodyPr/>
        <a:lstStyle/>
        <a:p>
          <a:r>
            <a:rPr lang="en-US"/>
            <a:t>Never hardcode secrets. </a:t>
          </a:r>
        </a:p>
      </dgm:t>
    </dgm:pt>
    <dgm:pt modelId="{9510D9EE-B8B2-4B49-B949-012AC1825798}" type="parTrans" cxnId="{13C14D65-FF62-4C4F-AE73-9BE038D2F709}">
      <dgm:prSet/>
      <dgm:spPr/>
      <dgm:t>
        <a:bodyPr/>
        <a:lstStyle/>
        <a:p>
          <a:endParaRPr lang="en-US"/>
        </a:p>
      </dgm:t>
    </dgm:pt>
    <dgm:pt modelId="{15CE252B-C049-49C7-850B-B387C097D64C}" type="sibTrans" cxnId="{13C14D65-FF62-4C4F-AE73-9BE038D2F709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95C52AA2-6E3C-4947-8CCB-6AF482E570BA}">
      <dgm:prSet/>
      <dgm:spPr/>
      <dgm:t>
        <a:bodyPr/>
        <a:lstStyle/>
        <a:p>
          <a:r>
            <a:rPr lang="en-US"/>
            <a:t>Log requests and responses. </a:t>
          </a:r>
        </a:p>
      </dgm:t>
    </dgm:pt>
    <dgm:pt modelId="{CB101BCA-8D71-4972-B1F8-EE23C8E9FF1F}" type="parTrans" cxnId="{D7420E11-89C4-4AE6-A1C6-7BBD24DF70C3}">
      <dgm:prSet/>
      <dgm:spPr/>
      <dgm:t>
        <a:bodyPr/>
        <a:lstStyle/>
        <a:p>
          <a:endParaRPr lang="en-US"/>
        </a:p>
      </dgm:t>
    </dgm:pt>
    <dgm:pt modelId="{3657C62A-B442-4F82-9194-758187F2886A}" type="sibTrans" cxnId="{D7420E11-89C4-4AE6-A1C6-7BBD24DF70C3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CA0BCF4C-FE71-4AF8-8CF8-7671BCF1ACE0}">
      <dgm:prSet/>
      <dgm:spPr/>
      <dgm:t>
        <a:bodyPr/>
        <a:lstStyle/>
        <a:p>
          <a:r>
            <a:rPr lang="en-US"/>
            <a:t>Build reusable code.</a:t>
          </a:r>
        </a:p>
      </dgm:t>
    </dgm:pt>
    <dgm:pt modelId="{DFF59421-E020-44CD-AE97-3F1B37227DA0}" type="parTrans" cxnId="{6B857A27-2EED-46CD-9CAD-04298CFCDF3C}">
      <dgm:prSet/>
      <dgm:spPr/>
      <dgm:t>
        <a:bodyPr/>
        <a:lstStyle/>
        <a:p>
          <a:endParaRPr lang="en-US"/>
        </a:p>
      </dgm:t>
    </dgm:pt>
    <dgm:pt modelId="{5C463E24-5BFE-4977-9EA0-A42DAC26E37A}" type="sibTrans" cxnId="{6B857A27-2EED-46CD-9CAD-04298CFCDF3C}">
      <dgm:prSet phldrT="07" phldr="0"/>
      <dgm:spPr/>
      <dgm:t>
        <a:bodyPr/>
        <a:lstStyle/>
        <a:p>
          <a:r>
            <a:rPr lang="en-US"/>
            <a:t>07</a:t>
          </a:r>
        </a:p>
      </dgm:t>
    </dgm:pt>
    <dgm:pt modelId="{4213A08C-7BBB-4558-B310-AD4C5308512C}" type="pres">
      <dgm:prSet presAssocID="{A4FD235D-6670-490A-AF42-F66B011547A0}" presName="Name0" presStyleCnt="0">
        <dgm:presLayoutVars>
          <dgm:animLvl val="lvl"/>
          <dgm:resizeHandles val="exact"/>
        </dgm:presLayoutVars>
      </dgm:prSet>
      <dgm:spPr/>
    </dgm:pt>
    <dgm:pt modelId="{D34679BC-397E-4C53-A95A-04D4F6530E32}" type="pres">
      <dgm:prSet presAssocID="{97E8B65B-5974-4E05-B937-5731D3653472}" presName="compositeNode" presStyleCnt="0">
        <dgm:presLayoutVars>
          <dgm:bulletEnabled val="1"/>
        </dgm:presLayoutVars>
      </dgm:prSet>
      <dgm:spPr/>
    </dgm:pt>
    <dgm:pt modelId="{CF646342-E05A-4625-83BD-4C8F3A231182}" type="pres">
      <dgm:prSet presAssocID="{97E8B65B-5974-4E05-B937-5731D3653472}" presName="bgRect" presStyleLbl="alignNode1" presStyleIdx="0" presStyleCnt="7"/>
      <dgm:spPr/>
    </dgm:pt>
    <dgm:pt modelId="{68B5EF35-8B3C-43B0-9168-0E363C812378}" type="pres">
      <dgm:prSet presAssocID="{F4DEC9B8-97C0-4924-9B15-64D2C06EFD64}" presName="sibTransNodeRect" presStyleLbl="alignNode1" presStyleIdx="0" presStyleCnt="7">
        <dgm:presLayoutVars>
          <dgm:chMax val="0"/>
          <dgm:bulletEnabled val="1"/>
        </dgm:presLayoutVars>
      </dgm:prSet>
      <dgm:spPr/>
    </dgm:pt>
    <dgm:pt modelId="{4F6E6A71-2A84-4553-872E-74FD15433DEA}" type="pres">
      <dgm:prSet presAssocID="{97E8B65B-5974-4E05-B937-5731D3653472}" presName="nodeRect" presStyleLbl="alignNode1" presStyleIdx="0" presStyleCnt="7">
        <dgm:presLayoutVars>
          <dgm:bulletEnabled val="1"/>
        </dgm:presLayoutVars>
      </dgm:prSet>
      <dgm:spPr/>
    </dgm:pt>
    <dgm:pt modelId="{E0C982CB-A4EE-4EE0-91F4-7D027FCAA357}" type="pres">
      <dgm:prSet presAssocID="{F4DEC9B8-97C0-4924-9B15-64D2C06EFD64}" presName="sibTrans" presStyleCnt="0"/>
      <dgm:spPr/>
    </dgm:pt>
    <dgm:pt modelId="{69ACC0A1-D114-414F-9912-7B5A7184245C}" type="pres">
      <dgm:prSet presAssocID="{684EC343-C8D3-4C11-8E4B-733E723398DF}" presName="compositeNode" presStyleCnt="0">
        <dgm:presLayoutVars>
          <dgm:bulletEnabled val="1"/>
        </dgm:presLayoutVars>
      </dgm:prSet>
      <dgm:spPr/>
    </dgm:pt>
    <dgm:pt modelId="{62BA76A4-D67A-47A5-842B-62FC999A8BC5}" type="pres">
      <dgm:prSet presAssocID="{684EC343-C8D3-4C11-8E4B-733E723398DF}" presName="bgRect" presStyleLbl="alignNode1" presStyleIdx="1" presStyleCnt="7"/>
      <dgm:spPr/>
    </dgm:pt>
    <dgm:pt modelId="{5A1072DF-73C3-4FF8-B111-A2263DF0C11A}" type="pres">
      <dgm:prSet presAssocID="{BF4D3D68-F6FD-4555-B5AD-3B77006F9043}" presName="sibTransNodeRect" presStyleLbl="alignNode1" presStyleIdx="1" presStyleCnt="7">
        <dgm:presLayoutVars>
          <dgm:chMax val="0"/>
          <dgm:bulletEnabled val="1"/>
        </dgm:presLayoutVars>
      </dgm:prSet>
      <dgm:spPr/>
    </dgm:pt>
    <dgm:pt modelId="{66BF86BB-667A-4DC1-A206-BA660512D06A}" type="pres">
      <dgm:prSet presAssocID="{684EC343-C8D3-4C11-8E4B-733E723398DF}" presName="nodeRect" presStyleLbl="alignNode1" presStyleIdx="1" presStyleCnt="7">
        <dgm:presLayoutVars>
          <dgm:bulletEnabled val="1"/>
        </dgm:presLayoutVars>
      </dgm:prSet>
      <dgm:spPr/>
    </dgm:pt>
    <dgm:pt modelId="{DCDC6C64-4101-4D39-AF0A-6AE47A9D13EC}" type="pres">
      <dgm:prSet presAssocID="{BF4D3D68-F6FD-4555-B5AD-3B77006F9043}" presName="sibTrans" presStyleCnt="0"/>
      <dgm:spPr/>
    </dgm:pt>
    <dgm:pt modelId="{9A311922-B28D-4F96-B2F5-77995A547176}" type="pres">
      <dgm:prSet presAssocID="{49525741-90BE-4130-BCE1-A914DE08F51C}" presName="compositeNode" presStyleCnt="0">
        <dgm:presLayoutVars>
          <dgm:bulletEnabled val="1"/>
        </dgm:presLayoutVars>
      </dgm:prSet>
      <dgm:spPr/>
    </dgm:pt>
    <dgm:pt modelId="{7A062974-6A98-4894-B384-30A9E7DF09B8}" type="pres">
      <dgm:prSet presAssocID="{49525741-90BE-4130-BCE1-A914DE08F51C}" presName="bgRect" presStyleLbl="alignNode1" presStyleIdx="2" presStyleCnt="7"/>
      <dgm:spPr/>
    </dgm:pt>
    <dgm:pt modelId="{636445AC-CA35-4534-9465-1F257E77833F}" type="pres">
      <dgm:prSet presAssocID="{0D8FA773-D582-47CE-92B2-61754A5FB9BC}" presName="sibTransNodeRect" presStyleLbl="alignNode1" presStyleIdx="2" presStyleCnt="7">
        <dgm:presLayoutVars>
          <dgm:chMax val="0"/>
          <dgm:bulletEnabled val="1"/>
        </dgm:presLayoutVars>
      </dgm:prSet>
      <dgm:spPr/>
    </dgm:pt>
    <dgm:pt modelId="{4A45C0F4-5F27-4042-85E2-6F682736CC81}" type="pres">
      <dgm:prSet presAssocID="{49525741-90BE-4130-BCE1-A914DE08F51C}" presName="nodeRect" presStyleLbl="alignNode1" presStyleIdx="2" presStyleCnt="7">
        <dgm:presLayoutVars>
          <dgm:bulletEnabled val="1"/>
        </dgm:presLayoutVars>
      </dgm:prSet>
      <dgm:spPr/>
    </dgm:pt>
    <dgm:pt modelId="{0A412181-563C-42F5-BF6E-AFAE546DDF84}" type="pres">
      <dgm:prSet presAssocID="{0D8FA773-D582-47CE-92B2-61754A5FB9BC}" presName="sibTrans" presStyleCnt="0"/>
      <dgm:spPr/>
    </dgm:pt>
    <dgm:pt modelId="{2498312F-71D0-4771-8419-05076D20B866}" type="pres">
      <dgm:prSet presAssocID="{3E224F13-CA08-430A-AD57-E0820A03291F}" presName="compositeNode" presStyleCnt="0">
        <dgm:presLayoutVars>
          <dgm:bulletEnabled val="1"/>
        </dgm:presLayoutVars>
      </dgm:prSet>
      <dgm:spPr/>
    </dgm:pt>
    <dgm:pt modelId="{C7D7E402-A30B-4630-A358-3BC96D1155BE}" type="pres">
      <dgm:prSet presAssocID="{3E224F13-CA08-430A-AD57-E0820A03291F}" presName="bgRect" presStyleLbl="alignNode1" presStyleIdx="3" presStyleCnt="7"/>
      <dgm:spPr/>
    </dgm:pt>
    <dgm:pt modelId="{10478171-17B8-43DF-9EBB-1219684C2C31}" type="pres">
      <dgm:prSet presAssocID="{B523AE84-FCED-4CD4-ADE9-2B303873176D}" presName="sibTransNodeRect" presStyleLbl="alignNode1" presStyleIdx="3" presStyleCnt="7">
        <dgm:presLayoutVars>
          <dgm:chMax val="0"/>
          <dgm:bulletEnabled val="1"/>
        </dgm:presLayoutVars>
      </dgm:prSet>
      <dgm:spPr/>
    </dgm:pt>
    <dgm:pt modelId="{687828A8-BA47-4A11-A8EE-FE4CC709E07A}" type="pres">
      <dgm:prSet presAssocID="{3E224F13-CA08-430A-AD57-E0820A03291F}" presName="nodeRect" presStyleLbl="alignNode1" presStyleIdx="3" presStyleCnt="7">
        <dgm:presLayoutVars>
          <dgm:bulletEnabled val="1"/>
        </dgm:presLayoutVars>
      </dgm:prSet>
      <dgm:spPr/>
    </dgm:pt>
    <dgm:pt modelId="{675FE0D6-44AC-40DE-B1F1-D450961C2186}" type="pres">
      <dgm:prSet presAssocID="{B523AE84-FCED-4CD4-ADE9-2B303873176D}" presName="sibTrans" presStyleCnt="0"/>
      <dgm:spPr/>
    </dgm:pt>
    <dgm:pt modelId="{1DCD86C6-4AC0-4AE5-AA6F-15478B48E902}" type="pres">
      <dgm:prSet presAssocID="{0F9B0935-769E-4C85-BA09-DC6CEF39D90E}" presName="compositeNode" presStyleCnt="0">
        <dgm:presLayoutVars>
          <dgm:bulletEnabled val="1"/>
        </dgm:presLayoutVars>
      </dgm:prSet>
      <dgm:spPr/>
    </dgm:pt>
    <dgm:pt modelId="{853F1599-7404-41BB-A748-4913C72505E2}" type="pres">
      <dgm:prSet presAssocID="{0F9B0935-769E-4C85-BA09-DC6CEF39D90E}" presName="bgRect" presStyleLbl="alignNode1" presStyleIdx="4" presStyleCnt="7"/>
      <dgm:spPr/>
    </dgm:pt>
    <dgm:pt modelId="{B350BE0D-9595-4E43-93EC-FBD3DF18227C}" type="pres">
      <dgm:prSet presAssocID="{15CE252B-C049-49C7-850B-B387C097D64C}" presName="sibTransNodeRect" presStyleLbl="alignNode1" presStyleIdx="4" presStyleCnt="7">
        <dgm:presLayoutVars>
          <dgm:chMax val="0"/>
          <dgm:bulletEnabled val="1"/>
        </dgm:presLayoutVars>
      </dgm:prSet>
      <dgm:spPr/>
    </dgm:pt>
    <dgm:pt modelId="{F011317D-A9BD-4159-A78F-D41C05F9DAA3}" type="pres">
      <dgm:prSet presAssocID="{0F9B0935-769E-4C85-BA09-DC6CEF39D90E}" presName="nodeRect" presStyleLbl="alignNode1" presStyleIdx="4" presStyleCnt="7">
        <dgm:presLayoutVars>
          <dgm:bulletEnabled val="1"/>
        </dgm:presLayoutVars>
      </dgm:prSet>
      <dgm:spPr/>
    </dgm:pt>
    <dgm:pt modelId="{60537689-67FC-4B80-8AC9-4382F8C0AACD}" type="pres">
      <dgm:prSet presAssocID="{15CE252B-C049-49C7-850B-B387C097D64C}" presName="sibTrans" presStyleCnt="0"/>
      <dgm:spPr/>
    </dgm:pt>
    <dgm:pt modelId="{F238EB59-D50B-4129-8FC4-FFB4339AE02F}" type="pres">
      <dgm:prSet presAssocID="{95C52AA2-6E3C-4947-8CCB-6AF482E570BA}" presName="compositeNode" presStyleCnt="0">
        <dgm:presLayoutVars>
          <dgm:bulletEnabled val="1"/>
        </dgm:presLayoutVars>
      </dgm:prSet>
      <dgm:spPr/>
    </dgm:pt>
    <dgm:pt modelId="{DD851109-D6DD-4DFF-B4DB-E95B5B6EAE9D}" type="pres">
      <dgm:prSet presAssocID="{95C52AA2-6E3C-4947-8CCB-6AF482E570BA}" presName="bgRect" presStyleLbl="alignNode1" presStyleIdx="5" presStyleCnt="7"/>
      <dgm:spPr/>
    </dgm:pt>
    <dgm:pt modelId="{37FE84E4-DA23-4892-8BF7-78A29281C3A7}" type="pres">
      <dgm:prSet presAssocID="{3657C62A-B442-4F82-9194-758187F2886A}" presName="sibTransNodeRect" presStyleLbl="alignNode1" presStyleIdx="5" presStyleCnt="7">
        <dgm:presLayoutVars>
          <dgm:chMax val="0"/>
          <dgm:bulletEnabled val="1"/>
        </dgm:presLayoutVars>
      </dgm:prSet>
      <dgm:spPr/>
    </dgm:pt>
    <dgm:pt modelId="{E47F3599-9CCA-4F80-8AB9-952DFC1634CF}" type="pres">
      <dgm:prSet presAssocID="{95C52AA2-6E3C-4947-8CCB-6AF482E570BA}" presName="nodeRect" presStyleLbl="alignNode1" presStyleIdx="5" presStyleCnt="7">
        <dgm:presLayoutVars>
          <dgm:bulletEnabled val="1"/>
        </dgm:presLayoutVars>
      </dgm:prSet>
      <dgm:spPr/>
    </dgm:pt>
    <dgm:pt modelId="{8797701D-0EFD-462B-93A3-F2EE655BCB54}" type="pres">
      <dgm:prSet presAssocID="{3657C62A-B442-4F82-9194-758187F2886A}" presName="sibTrans" presStyleCnt="0"/>
      <dgm:spPr/>
    </dgm:pt>
    <dgm:pt modelId="{02DD5C19-3D69-4AD9-9ACB-21C29A378EC5}" type="pres">
      <dgm:prSet presAssocID="{CA0BCF4C-FE71-4AF8-8CF8-7671BCF1ACE0}" presName="compositeNode" presStyleCnt="0">
        <dgm:presLayoutVars>
          <dgm:bulletEnabled val="1"/>
        </dgm:presLayoutVars>
      </dgm:prSet>
      <dgm:spPr/>
    </dgm:pt>
    <dgm:pt modelId="{12F58691-2A3D-493D-A96D-51CF4D4D5511}" type="pres">
      <dgm:prSet presAssocID="{CA0BCF4C-FE71-4AF8-8CF8-7671BCF1ACE0}" presName="bgRect" presStyleLbl="alignNode1" presStyleIdx="6" presStyleCnt="7"/>
      <dgm:spPr/>
    </dgm:pt>
    <dgm:pt modelId="{93F33F85-D2D9-4040-9C40-D82B3081BB51}" type="pres">
      <dgm:prSet presAssocID="{5C463E24-5BFE-4977-9EA0-A42DAC26E37A}" presName="sibTransNodeRect" presStyleLbl="alignNode1" presStyleIdx="6" presStyleCnt="7">
        <dgm:presLayoutVars>
          <dgm:chMax val="0"/>
          <dgm:bulletEnabled val="1"/>
        </dgm:presLayoutVars>
      </dgm:prSet>
      <dgm:spPr/>
    </dgm:pt>
    <dgm:pt modelId="{CDB5AF96-BC24-4237-B706-AA23FBC8BA56}" type="pres">
      <dgm:prSet presAssocID="{CA0BCF4C-FE71-4AF8-8CF8-7671BCF1ACE0}" presName="nodeRect" presStyleLbl="alignNode1" presStyleIdx="6" presStyleCnt="7">
        <dgm:presLayoutVars>
          <dgm:bulletEnabled val="1"/>
        </dgm:presLayoutVars>
      </dgm:prSet>
      <dgm:spPr/>
    </dgm:pt>
  </dgm:ptLst>
  <dgm:cxnLst>
    <dgm:cxn modelId="{ACDEE300-25E4-4037-91A6-B79F0A81DFF4}" type="presOf" srcId="{B523AE84-FCED-4CD4-ADE9-2B303873176D}" destId="{10478171-17B8-43DF-9EBB-1219684C2C31}" srcOrd="0" destOrd="0" presId="urn:microsoft.com/office/officeart/2016/7/layout/LinearBlockProcessNumbered"/>
    <dgm:cxn modelId="{73CD1C03-62D5-47E3-AB22-5F83F62B7453}" type="presOf" srcId="{95C52AA2-6E3C-4947-8CCB-6AF482E570BA}" destId="{DD851109-D6DD-4DFF-B4DB-E95B5B6EAE9D}" srcOrd="0" destOrd="0" presId="urn:microsoft.com/office/officeart/2016/7/layout/LinearBlockProcessNumbered"/>
    <dgm:cxn modelId="{D7420E11-89C4-4AE6-A1C6-7BBD24DF70C3}" srcId="{A4FD235D-6670-490A-AF42-F66B011547A0}" destId="{95C52AA2-6E3C-4947-8CCB-6AF482E570BA}" srcOrd="5" destOrd="0" parTransId="{CB101BCA-8D71-4972-B1F8-EE23C8E9FF1F}" sibTransId="{3657C62A-B442-4F82-9194-758187F2886A}"/>
    <dgm:cxn modelId="{8DE5E819-74F5-4B96-B03D-338AD9A80077}" type="presOf" srcId="{15CE252B-C049-49C7-850B-B387C097D64C}" destId="{B350BE0D-9595-4E43-93EC-FBD3DF18227C}" srcOrd="0" destOrd="0" presId="urn:microsoft.com/office/officeart/2016/7/layout/LinearBlockProcessNumbered"/>
    <dgm:cxn modelId="{985F591D-2596-49AE-B339-DD9AE6155595}" type="presOf" srcId="{49525741-90BE-4130-BCE1-A914DE08F51C}" destId="{4A45C0F4-5F27-4042-85E2-6F682736CC81}" srcOrd="1" destOrd="0" presId="urn:microsoft.com/office/officeart/2016/7/layout/LinearBlockProcessNumbered"/>
    <dgm:cxn modelId="{6B857A27-2EED-46CD-9CAD-04298CFCDF3C}" srcId="{A4FD235D-6670-490A-AF42-F66B011547A0}" destId="{CA0BCF4C-FE71-4AF8-8CF8-7671BCF1ACE0}" srcOrd="6" destOrd="0" parTransId="{DFF59421-E020-44CD-AE97-3F1B37227DA0}" sibTransId="{5C463E24-5BFE-4977-9EA0-A42DAC26E37A}"/>
    <dgm:cxn modelId="{4BDA3840-0475-4020-87E3-AFF99195D61B}" srcId="{A4FD235D-6670-490A-AF42-F66B011547A0}" destId="{3E224F13-CA08-430A-AD57-E0820A03291F}" srcOrd="3" destOrd="0" parTransId="{56DD189A-6096-4E3C-B04D-064C6509789F}" sibTransId="{B523AE84-FCED-4CD4-ADE9-2B303873176D}"/>
    <dgm:cxn modelId="{C3CB1441-2D98-47DC-AF89-01276B82C82A}" srcId="{A4FD235D-6670-490A-AF42-F66B011547A0}" destId="{97E8B65B-5974-4E05-B937-5731D3653472}" srcOrd="0" destOrd="0" parTransId="{C46C9400-E1FC-47BC-9CD8-5EC85978D764}" sibTransId="{F4DEC9B8-97C0-4924-9B15-64D2C06EFD64}"/>
    <dgm:cxn modelId="{DB1C5463-02D4-44ED-9071-935C46D85941}" type="presOf" srcId="{CA0BCF4C-FE71-4AF8-8CF8-7671BCF1ACE0}" destId="{CDB5AF96-BC24-4237-B706-AA23FBC8BA56}" srcOrd="1" destOrd="0" presId="urn:microsoft.com/office/officeart/2016/7/layout/LinearBlockProcessNumbered"/>
    <dgm:cxn modelId="{5A4FFC44-59EB-49D6-9F37-429C4ECED06D}" type="presOf" srcId="{684EC343-C8D3-4C11-8E4B-733E723398DF}" destId="{66BF86BB-667A-4DC1-A206-BA660512D06A}" srcOrd="1" destOrd="0" presId="urn:microsoft.com/office/officeart/2016/7/layout/LinearBlockProcessNumbered"/>
    <dgm:cxn modelId="{13C14D65-FF62-4C4F-AE73-9BE038D2F709}" srcId="{A4FD235D-6670-490A-AF42-F66B011547A0}" destId="{0F9B0935-769E-4C85-BA09-DC6CEF39D90E}" srcOrd="4" destOrd="0" parTransId="{9510D9EE-B8B2-4B49-B949-012AC1825798}" sibTransId="{15CE252B-C049-49C7-850B-B387C097D64C}"/>
    <dgm:cxn modelId="{DBDAAB65-0F8B-497E-8435-0824784F2E96}" type="presOf" srcId="{BF4D3D68-F6FD-4555-B5AD-3B77006F9043}" destId="{5A1072DF-73C3-4FF8-B111-A2263DF0C11A}" srcOrd="0" destOrd="0" presId="urn:microsoft.com/office/officeart/2016/7/layout/LinearBlockProcessNumbered"/>
    <dgm:cxn modelId="{EFC0E567-AC01-4832-93FE-2BAB8ACFA7C1}" srcId="{A4FD235D-6670-490A-AF42-F66B011547A0}" destId="{684EC343-C8D3-4C11-8E4B-733E723398DF}" srcOrd="1" destOrd="0" parTransId="{002F8752-BF41-42D5-A47E-FC936993A212}" sibTransId="{BF4D3D68-F6FD-4555-B5AD-3B77006F9043}"/>
    <dgm:cxn modelId="{E8E6DA6C-C6FA-421B-865D-CBCFB7A27E10}" type="presOf" srcId="{A4FD235D-6670-490A-AF42-F66B011547A0}" destId="{4213A08C-7BBB-4558-B310-AD4C5308512C}" srcOrd="0" destOrd="0" presId="urn:microsoft.com/office/officeart/2016/7/layout/LinearBlockProcessNumbered"/>
    <dgm:cxn modelId="{648D4779-3848-49D7-AD69-6A317247E83E}" type="presOf" srcId="{684EC343-C8D3-4C11-8E4B-733E723398DF}" destId="{62BA76A4-D67A-47A5-842B-62FC999A8BC5}" srcOrd="0" destOrd="0" presId="urn:microsoft.com/office/officeart/2016/7/layout/LinearBlockProcessNumbered"/>
    <dgm:cxn modelId="{42E15795-3533-4B8E-B4F3-2AC675C27D4B}" type="presOf" srcId="{3E224F13-CA08-430A-AD57-E0820A03291F}" destId="{687828A8-BA47-4A11-A8EE-FE4CC709E07A}" srcOrd="1" destOrd="0" presId="urn:microsoft.com/office/officeart/2016/7/layout/LinearBlockProcessNumbered"/>
    <dgm:cxn modelId="{986E0D9C-62A2-4D89-A54F-9794E3BA95BE}" type="presOf" srcId="{F4DEC9B8-97C0-4924-9B15-64D2C06EFD64}" destId="{68B5EF35-8B3C-43B0-9168-0E363C812378}" srcOrd="0" destOrd="0" presId="urn:microsoft.com/office/officeart/2016/7/layout/LinearBlockProcessNumbered"/>
    <dgm:cxn modelId="{CD9FB1A1-674B-41A5-B9B2-81F52A0F83AD}" type="presOf" srcId="{97E8B65B-5974-4E05-B937-5731D3653472}" destId="{CF646342-E05A-4625-83BD-4C8F3A231182}" srcOrd="0" destOrd="0" presId="urn:microsoft.com/office/officeart/2016/7/layout/LinearBlockProcessNumbered"/>
    <dgm:cxn modelId="{41AF10A6-0795-40D0-B2BA-316891D24EF5}" srcId="{A4FD235D-6670-490A-AF42-F66B011547A0}" destId="{49525741-90BE-4130-BCE1-A914DE08F51C}" srcOrd="2" destOrd="0" parTransId="{1498FE57-A95A-4096-8C7E-3AB8B5919827}" sibTransId="{0D8FA773-D582-47CE-92B2-61754A5FB9BC}"/>
    <dgm:cxn modelId="{030EAFA7-AC8B-474A-9059-6D699C8B999E}" type="presOf" srcId="{5C463E24-5BFE-4977-9EA0-A42DAC26E37A}" destId="{93F33F85-D2D9-4040-9C40-D82B3081BB51}" srcOrd="0" destOrd="0" presId="urn:microsoft.com/office/officeart/2016/7/layout/LinearBlockProcessNumbered"/>
    <dgm:cxn modelId="{138B18AD-74C5-4BC4-BD5B-EAFA5D48BDE6}" type="presOf" srcId="{95C52AA2-6E3C-4947-8CCB-6AF482E570BA}" destId="{E47F3599-9CCA-4F80-8AB9-952DFC1634CF}" srcOrd="1" destOrd="0" presId="urn:microsoft.com/office/officeart/2016/7/layout/LinearBlockProcessNumbered"/>
    <dgm:cxn modelId="{30BAC9AE-B75F-49B1-8C14-8CEDDB0ADFE7}" type="presOf" srcId="{CA0BCF4C-FE71-4AF8-8CF8-7671BCF1ACE0}" destId="{12F58691-2A3D-493D-A96D-51CF4D4D5511}" srcOrd="0" destOrd="0" presId="urn:microsoft.com/office/officeart/2016/7/layout/LinearBlockProcessNumbered"/>
    <dgm:cxn modelId="{18B1F4B5-783F-4AB3-A693-80DDD2164446}" type="presOf" srcId="{97E8B65B-5974-4E05-B937-5731D3653472}" destId="{4F6E6A71-2A84-4553-872E-74FD15433DEA}" srcOrd="1" destOrd="0" presId="urn:microsoft.com/office/officeart/2016/7/layout/LinearBlockProcessNumbered"/>
    <dgm:cxn modelId="{547616D8-92CE-4588-9F6A-64BC7A6B7779}" type="presOf" srcId="{0F9B0935-769E-4C85-BA09-DC6CEF39D90E}" destId="{853F1599-7404-41BB-A748-4913C72505E2}" srcOrd="0" destOrd="0" presId="urn:microsoft.com/office/officeart/2016/7/layout/LinearBlockProcessNumbered"/>
    <dgm:cxn modelId="{23D924D8-B19D-4AAA-825B-10F7ED3F115B}" type="presOf" srcId="{0F9B0935-769E-4C85-BA09-DC6CEF39D90E}" destId="{F011317D-A9BD-4159-A78F-D41C05F9DAA3}" srcOrd="1" destOrd="0" presId="urn:microsoft.com/office/officeart/2016/7/layout/LinearBlockProcessNumbered"/>
    <dgm:cxn modelId="{7F054EDE-571A-4589-BFE2-60215D984CE0}" type="presOf" srcId="{0D8FA773-D582-47CE-92B2-61754A5FB9BC}" destId="{636445AC-CA35-4534-9465-1F257E77833F}" srcOrd="0" destOrd="0" presId="urn:microsoft.com/office/officeart/2016/7/layout/LinearBlockProcessNumbered"/>
    <dgm:cxn modelId="{F37B00E6-B81E-4E93-BDEE-3596E157B443}" type="presOf" srcId="{3657C62A-B442-4F82-9194-758187F2886A}" destId="{37FE84E4-DA23-4892-8BF7-78A29281C3A7}" srcOrd="0" destOrd="0" presId="urn:microsoft.com/office/officeart/2016/7/layout/LinearBlockProcessNumbered"/>
    <dgm:cxn modelId="{6CDBD5EB-DCF8-4F85-B7AB-2365232EC581}" type="presOf" srcId="{3E224F13-CA08-430A-AD57-E0820A03291F}" destId="{C7D7E402-A30B-4630-A358-3BC96D1155BE}" srcOrd="0" destOrd="0" presId="urn:microsoft.com/office/officeart/2016/7/layout/LinearBlockProcessNumbered"/>
    <dgm:cxn modelId="{2850A1FB-919D-48B0-AD0D-5207327222C2}" type="presOf" srcId="{49525741-90BE-4130-BCE1-A914DE08F51C}" destId="{7A062974-6A98-4894-B384-30A9E7DF09B8}" srcOrd="0" destOrd="0" presId="urn:microsoft.com/office/officeart/2016/7/layout/LinearBlockProcessNumbered"/>
    <dgm:cxn modelId="{739A8B92-766C-4C59-BA8A-943BF6D01152}" type="presParOf" srcId="{4213A08C-7BBB-4558-B310-AD4C5308512C}" destId="{D34679BC-397E-4C53-A95A-04D4F6530E32}" srcOrd="0" destOrd="0" presId="urn:microsoft.com/office/officeart/2016/7/layout/LinearBlockProcessNumbered"/>
    <dgm:cxn modelId="{C1CD0FAE-980C-4F6B-AB7D-F6095C6AC854}" type="presParOf" srcId="{D34679BC-397E-4C53-A95A-04D4F6530E32}" destId="{CF646342-E05A-4625-83BD-4C8F3A231182}" srcOrd="0" destOrd="0" presId="urn:microsoft.com/office/officeart/2016/7/layout/LinearBlockProcessNumbered"/>
    <dgm:cxn modelId="{54D4ED73-A02E-4309-ACF4-D8050519C48B}" type="presParOf" srcId="{D34679BC-397E-4C53-A95A-04D4F6530E32}" destId="{68B5EF35-8B3C-43B0-9168-0E363C812378}" srcOrd="1" destOrd="0" presId="urn:microsoft.com/office/officeart/2016/7/layout/LinearBlockProcessNumbered"/>
    <dgm:cxn modelId="{D8FD549C-64E1-4267-A98C-E18F2530B4DA}" type="presParOf" srcId="{D34679BC-397E-4C53-A95A-04D4F6530E32}" destId="{4F6E6A71-2A84-4553-872E-74FD15433DEA}" srcOrd="2" destOrd="0" presId="urn:microsoft.com/office/officeart/2016/7/layout/LinearBlockProcessNumbered"/>
    <dgm:cxn modelId="{17A047F1-33D0-460C-AA69-8B545A0170F5}" type="presParOf" srcId="{4213A08C-7BBB-4558-B310-AD4C5308512C}" destId="{E0C982CB-A4EE-4EE0-91F4-7D027FCAA357}" srcOrd="1" destOrd="0" presId="urn:microsoft.com/office/officeart/2016/7/layout/LinearBlockProcessNumbered"/>
    <dgm:cxn modelId="{133F24B0-4274-4425-AF29-4A888726E8A7}" type="presParOf" srcId="{4213A08C-7BBB-4558-B310-AD4C5308512C}" destId="{69ACC0A1-D114-414F-9912-7B5A7184245C}" srcOrd="2" destOrd="0" presId="urn:microsoft.com/office/officeart/2016/7/layout/LinearBlockProcessNumbered"/>
    <dgm:cxn modelId="{E7BBC449-B832-477C-ABA7-1532ACA3E27A}" type="presParOf" srcId="{69ACC0A1-D114-414F-9912-7B5A7184245C}" destId="{62BA76A4-D67A-47A5-842B-62FC999A8BC5}" srcOrd="0" destOrd="0" presId="urn:microsoft.com/office/officeart/2016/7/layout/LinearBlockProcessNumbered"/>
    <dgm:cxn modelId="{3D684BC7-ACBC-4B18-9271-0EAE2A1BFB19}" type="presParOf" srcId="{69ACC0A1-D114-414F-9912-7B5A7184245C}" destId="{5A1072DF-73C3-4FF8-B111-A2263DF0C11A}" srcOrd="1" destOrd="0" presId="urn:microsoft.com/office/officeart/2016/7/layout/LinearBlockProcessNumbered"/>
    <dgm:cxn modelId="{F03ECED4-9DA0-4C55-BFFD-74E9C7D19DDE}" type="presParOf" srcId="{69ACC0A1-D114-414F-9912-7B5A7184245C}" destId="{66BF86BB-667A-4DC1-A206-BA660512D06A}" srcOrd="2" destOrd="0" presId="urn:microsoft.com/office/officeart/2016/7/layout/LinearBlockProcessNumbered"/>
    <dgm:cxn modelId="{AAABA906-A2BE-4F90-A8BD-62C9A840E2B4}" type="presParOf" srcId="{4213A08C-7BBB-4558-B310-AD4C5308512C}" destId="{DCDC6C64-4101-4D39-AF0A-6AE47A9D13EC}" srcOrd="3" destOrd="0" presId="urn:microsoft.com/office/officeart/2016/7/layout/LinearBlockProcessNumbered"/>
    <dgm:cxn modelId="{7E215AEB-E1A3-4B6C-80D5-C52C7BBDC185}" type="presParOf" srcId="{4213A08C-7BBB-4558-B310-AD4C5308512C}" destId="{9A311922-B28D-4F96-B2F5-77995A547176}" srcOrd="4" destOrd="0" presId="urn:microsoft.com/office/officeart/2016/7/layout/LinearBlockProcessNumbered"/>
    <dgm:cxn modelId="{2BB27F36-5B33-4BC4-80E3-85D518CA451C}" type="presParOf" srcId="{9A311922-B28D-4F96-B2F5-77995A547176}" destId="{7A062974-6A98-4894-B384-30A9E7DF09B8}" srcOrd="0" destOrd="0" presId="urn:microsoft.com/office/officeart/2016/7/layout/LinearBlockProcessNumbered"/>
    <dgm:cxn modelId="{BDD79077-A847-47E3-B55E-9E9768BB7149}" type="presParOf" srcId="{9A311922-B28D-4F96-B2F5-77995A547176}" destId="{636445AC-CA35-4534-9465-1F257E77833F}" srcOrd="1" destOrd="0" presId="urn:microsoft.com/office/officeart/2016/7/layout/LinearBlockProcessNumbered"/>
    <dgm:cxn modelId="{891C4D22-45A4-49D8-B8E3-B594E68A26D8}" type="presParOf" srcId="{9A311922-B28D-4F96-B2F5-77995A547176}" destId="{4A45C0F4-5F27-4042-85E2-6F682736CC81}" srcOrd="2" destOrd="0" presId="urn:microsoft.com/office/officeart/2016/7/layout/LinearBlockProcessNumbered"/>
    <dgm:cxn modelId="{122E23E4-41BD-4A2A-94EA-C2086B36538E}" type="presParOf" srcId="{4213A08C-7BBB-4558-B310-AD4C5308512C}" destId="{0A412181-563C-42F5-BF6E-AFAE546DDF84}" srcOrd="5" destOrd="0" presId="urn:microsoft.com/office/officeart/2016/7/layout/LinearBlockProcessNumbered"/>
    <dgm:cxn modelId="{E1C40C0E-DE03-4B47-828A-E13352A57FA5}" type="presParOf" srcId="{4213A08C-7BBB-4558-B310-AD4C5308512C}" destId="{2498312F-71D0-4771-8419-05076D20B866}" srcOrd="6" destOrd="0" presId="urn:microsoft.com/office/officeart/2016/7/layout/LinearBlockProcessNumbered"/>
    <dgm:cxn modelId="{8F2DC97B-86E8-4EB8-96B6-4C7BC85FDA5E}" type="presParOf" srcId="{2498312F-71D0-4771-8419-05076D20B866}" destId="{C7D7E402-A30B-4630-A358-3BC96D1155BE}" srcOrd="0" destOrd="0" presId="urn:microsoft.com/office/officeart/2016/7/layout/LinearBlockProcessNumbered"/>
    <dgm:cxn modelId="{E92CF15A-AA4A-4DE4-B5B1-007964B9E244}" type="presParOf" srcId="{2498312F-71D0-4771-8419-05076D20B866}" destId="{10478171-17B8-43DF-9EBB-1219684C2C31}" srcOrd="1" destOrd="0" presId="urn:microsoft.com/office/officeart/2016/7/layout/LinearBlockProcessNumbered"/>
    <dgm:cxn modelId="{4870C79E-07C4-4052-B655-4769DAF51ACD}" type="presParOf" srcId="{2498312F-71D0-4771-8419-05076D20B866}" destId="{687828A8-BA47-4A11-A8EE-FE4CC709E07A}" srcOrd="2" destOrd="0" presId="urn:microsoft.com/office/officeart/2016/7/layout/LinearBlockProcessNumbered"/>
    <dgm:cxn modelId="{79E5E303-B46A-4FCF-8563-F6AD55B46475}" type="presParOf" srcId="{4213A08C-7BBB-4558-B310-AD4C5308512C}" destId="{675FE0D6-44AC-40DE-B1F1-D450961C2186}" srcOrd="7" destOrd="0" presId="urn:microsoft.com/office/officeart/2016/7/layout/LinearBlockProcessNumbered"/>
    <dgm:cxn modelId="{1C1661F1-8EC1-4BBC-9E00-C31796F18683}" type="presParOf" srcId="{4213A08C-7BBB-4558-B310-AD4C5308512C}" destId="{1DCD86C6-4AC0-4AE5-AA6F-15478B48E902}" srcOrd="8" destOrd="0" presId="urn:microsoft.com/office/officeart/2016/7/layout/LinearBlockProcessNumbered"/>
    <dgm:cxn modelId="{8E5F8C85-9B73-4693-B028-A64EE00F9522}" type="presParOf" srcId="{1DCD86C6-4AC0-4AE5-AA6F-15478B48E902}" destId="{853F1599-7404-41BB-A748-4913C72505E2}" srcOrd="0" destOrd="0" presId="urn:microsoft.com/office/officeart/2016/7/layout/LinearBlockProcessNumbered"/>
    <dgm:cxn modelId="{0F7C9AF8-21D2-4882-916E-AA7B725FE7E7}" type="presParOf" srcId="{1DCD86C6-4AC0-4AE5-AA6F-15478B48E902}" destId="{B350BE0D-9595-4E43-93EC-FBD3DF18227C}" srcOrd="1" destOrd="0" presId="urn:microsoft.com/office/officeart/2016/7/layout/LinearBlockProcessNumbered"/>
    <dgm:cxn modelId="{5DE39DCC-A269-444F-8856-60785D1C91F5}" type="presParOf" srcId="{1DCD86C6-4AC0-4AE5-AA6F-15478B48E902}" destId="{F011317D-A9BD-4159-A78F-D41C05F9DAA3}" srcOrd="2" destOrd="0" presId="urn:microsoft.com/office/officeart/2016/7/layout/LinearBlockProcessNumbered"/>
    <dgm:cxn modelId="{AE97BD80-EB08-4AAA-92CE-C9B347B7FCED}" type="presParOf" srcId="{4213A08C-7BBB-4558-B310-AD4C5308512C}" destId="{60537689-67FC-4B80-8AC9-4382F8C0AACD}" srcOrd="9" destOrd="0" presId="urn:microsoft.com/office/officeart/2016/7/layout/LinearBlockProcessNumbered"/>
    <dgm:cxn modelId="{A724B425-9E3D-4553-B003-D818B6D34C81}" type="presParOf" srcId="{4213A08C-7BBB-4558-B310-AD4C5308512C}" destId="{F238EB59-D50B-4129-8FC4-FFB4339AE02F}" srcOrd="10" destOrd="0" presId="urn:microsoft.com/office/officeart/2016/7/layout/LinearBlockProcessNumbered"/>
    <dgm:cxn modelId="{D08BAAE0-E14C-4002-9FFB-6A8366416036}" type="presParOf" srcId="{F238EB59-D50B-4129-8FC4-FFB4339AE02F}" destId="{DD851109-D6DD-4DFF-B4DB-E95B5B6EAE9D}" srcOrd="0" destOrd="0" presId="urn:microsoft.com/office/officeart/2016/7/layout/LinearBlockProcessNumbered"/>
    <dgm:cxn modelId="{A6AEFE6E-C9F8-4B99-88E7-EA459F4224B4}" type="presParOf" srcId="{F238EB59-D50B-4129-8FC4-FFB4339AE02F}" destId="{37FE84E4-DA23-4892-8BF7-78A29281C3A7}" srcOrd="1" destOrd="0" presId="urn:microsoft.com/office/officeart/2016/7/layout/LinearBlockProcessNumbered"/>
    <dgm:cxn modelId="{BC19358C-5E1C-48E3-A7C7-1FD38078FF3F}" type="presParOf" srcId="{F238EB59-D50B-4129-8FC4-FFB4339AE02F}" destId="{E47F3599-9CCA-4F80-8AB9-952DFC1634CF}" srcOrd="2" destOrd="0" presId="urn:microsoft.com/office/officeart/2016/7/layout/LinearBlockProcessNumbered"/>
    <dgm:cxn modelId="{C47EEAF2-E161-4D9E-903B-B47BB1A369B1}" type="presParOf" srcId="{4213A08C-7BBB-4558-B310-AD4C5308512C}" destId="{8797701D-0EFD-462B-93A3-F2EE655BCB54}" srcOrd="11" destOrd="0" presId="urn:microsoft.com/office/officeart/2016/7/layout/LinearBlockProcessNumbered"/>
    <dgm:cxn modelId="{BE5D39F5-9A32-4BF9-9714-B286E7E51B36}" type="presParOf" srcId="{4213A08C-7BBB-4558-B310-AD4C5308512C}" destId="{02DD5C19-3D69-4AD9-9ACB-21C29A378EC5}" srcOrd="12" destOrd="0" presId="urn:microsoft.com/office/officeart/2016/7/layout/LinearBlockProcessNumbered"/>
    <dgm:cxn modelId="{BA0323BF-8652-4F21-8284-4871A380CC2A}" type="presParOf" srcId="{02DD5C19-3D69-4AD9-9ACB-21C29A378EC5}" destId="{12F58691-2A3D-493D-A96D-51CF4D4D5511}" srcOrd="0" destOrd="0" presId="urn:microsoft.com/office/officeart/2016/7/layout/LinearBlockProcessNumbered"/>
    <dgm:cxn modelId="{DAA0292C-508B-4D1E-85AE-25333626B514}" type="presParOf" srcId="{02DD5C19-3D69-4AD9-9ACB-21C29A378EC5}" destId="{93F33F85-D2D9-4040-9C40-D82B3081BB51}" srcOrd="1" destOrd="0" presId="urn:microsoft.com/office/officeart/2016/7/layout/LinearBlockProcessNumbered"/>
    <dgm:cxn modelId="{FEA284D3-56D8-4E31-8C74-EEF63C3770B7}" type="presParOf" srcId="{02DD5C19-3D69-4AD9-9ACB-21C29A378EC5}" destId="{CDB5AF96-BC24-4237-B706-AA23FBC8BA5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CB3ABA-8E8E-4786-A84F-8E6A8B65FA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DD3CCE-A203-4064-A3AE-CB05D1BF292D}">
      <dgm:prSet/>
      <dgm:spPr/>
      <dgm:t>
        <a:bodyPr/>
        <a:lstStyle/>
        <a:p>
          <a:r>
            <a:rPr lang="en-US" b="1"/>
            <a:t>APIs Enable Modern Data Access</a:t>
          </a:r>
          <a:endParaRPr lang="en-US"/>
        </a:p>
      </dgm:t>
    </dgm:pt>
    <dgm:pt modelId="{82F7DA3B-F93D-4874-9D2C-EC2F1DA1F082}" type="parTrans" cxnId="{CB45C898-2EA5-454C-A1E1-02C3DDA05342}">
      <dgm:prSet/>
      <dgm:spPr/>
      <dgm:t>
        <a:bodyPr/>
        <a:lstStyle/>
        <a:p>
          <a:endParaRPr lang="en-US"/>
        </a:p>
      </dgm:t>
    </dgm:pt>
    <dgm:pt modelId="{C0E187FB-E90F-4A7C-B9CE-10B014FA371D}" type="sibTrans" cxnId="{CB45C898-2EA5-454C-A1E1-02C3DDA05342}">
      <dgm:prSet/>
      <dgm:spPr/>
      <dgm:t>
        <a:bodyPr/>
        <a:lstStyle/>
        <a:p>
          <a:endParaRPr lang="en-US"/>
        </a:p>
      </dgm:t>
    </dgm:pt>
    <dgm:pt modelId="{03B3351D-E158-4CEC-AAEC-2521CE97C289}">
      <dgm:prSet/>
      <dgm:spPr/>
      <dgm:t>
        <a:bodyPr/>
        <a:lstStyle/>
        <a:p>
          <a:r>
            <a:rPr lang="en-US"/>
            <a:t>✔ APIs allow systems to communicate.</a:t>
          </a:r>
        </a:p>
      </dgm:t>
    </dgm:pt>
    <dgm:pt modelId="{10AE6454-04EC-4245-B0EE-C995BC65B97C}" type="parTrans" cxnId="{57B483EC-BED6-4934-8502-815F294F92C3}">
      <dgm:prSet/>
      <dgm:spPr/>
      <dgm:t>
        <a:bodyPr/>
        <a:lstStyle/>
        <a:p>
          <a:endParaRPr lang="en-US"/>
        </a:p>
      </dgm:t>
    </dgm:pt>
    <dgm:pt modelId="{9D647454-AC0C-4938-B2DB-902F4ED45838}" type="sibTrans" cxnId="{57B483EC-BED6-4934-8502-815F294F92C3}">
      <dgm:prSet/>
      <dgm:spPr/>
      <dgm:t>
        <a:bodyPr/>
        <a:lstStyle/>
        <a:p>
          <a:endParaRPr lang="en-US"/>
        </a:p>
      </dgm:t>
    </dgm:pt>
    <dgm:pt modelId="{28EBDBC9-D723-4E52-BA80-09063FAF59B0}">
      <dgm:prSet/>
      <dgm:spPr/>
      <dgm:t>
        <a:bodyPr/>
        <a:lstStyle/>
        <a:p>
          <a:r>
            <a:rPr lang="en-US"/>
            <a:t>✔ Requests and responses are the foundation.</a:t>
          </a:r>
        </a:p>
      </dgm:t>
    </dgm:pt>
    <dgm:pt modelId="{4C39BF6E-69F0-4A34-AD7A-9CA9FE04115B}" type="parTrans" cxnId="{E9C7828E-28DF-48C2-9591-094D6E3949E8}">
      <dgm:prSet/>
      <dgm:spPr/>
      <dgm:t>
        <a:bodyPr/>
        <a:lstStyle/>
        <a:p>
          <a:endParaRPr lang="en-US"/>
        </a:p>
      </dgm:t>
    </dgm:pt>
    <dgm:pt modelId="{CF17C12C-0C79-4232-A802-B3683B3733AB}" type="sibTrans" cxnId="{E9C7828E-28DF-48C2-9591-094D6E3949E8}">
      <dgm:prSet/>
      <dgm:spPr/>
      <dgm:t>
        <a:bodyPr/>
        <a:lstStyle/>
        <a:p>
          <a:endParaRPr lang="en-US"/>
        </a:p>
      </dgm:t>
    </dgm:pt>
    <dgm:pt modelId="{A1C12BD7-C6FE-448F-ABD3-C7721454B99D}">
      <dgm:prSet/>
      <dgm:spPr/>
      <dgm:t>
        <a:bodyPr/>
        <a:lstStyle/>
        <a:p>
          <a:r>
            <a:rPr lang="en-US"/>
            <a:t>✔ Authentication keeps data secure.</a:t>
          </a:r>
        </a:p>
      </dgm:t>
    </dgm:pt>
    <dgm:pt modelId="{7B9F8DAD-BFDB-4B8C-BBCA-DE2666EE2DEE}" type="parTrans" cxnId="{A64CB8E1-BF2D-4458-9224-1F9963EAA0AC}">
      <dgm:prSet/>
      <dgm:spPr/>
      <dgm:t>
        <a:bodyPr/>
        <a:lstStyle/>
        <a:p>
          <a:endParaRPr lang="en-US"/>
        </a:p>
      </dgm:t>
    </dgm:pt>
    <dgm:pt modelId="{97579612-B2D6-4BDC-9CDF-43151F14D6F6}" type="sibTrans" cxnId="{A64CB8E1-BF2D-4458-9224-1F9963EAA0AC}">
      <dgm:prSet/>
      <dgm:spPr/>
      <dgm:t>
        <a:bodyPr/>
        <a:lstStyle/>
        <a:p>
          <a:endParaRPr lang="en-US"/>
        </a:p>
      </dgm:t>
    </dgm:pt>
    <dgm:pt modelId="{D39B5753-7A75-4081-BDE5-A63C8B50ED08}">
      <dgm:prSet/>
      <dgm:spPr/>
      <dgm:t>
        <a:bodyPr/>
        <a:lstStyle/>
        <a:p>
          <a:r>
            <a:rPr lang="en-US"/>
            <a:t>✔ JSON is the most common data format.</a:t>
          </a:r>
        </a:p>
      </dgm:t>
    </dgm:pt>
    <dgm:pt modelId="{3FBEC5D7-17DB-44FC-9452-88571C289F1D}" type="parTrans" cxnId="{D3D4CD0F-682B-4AB6-A392-EB76DB5C9568}">
      <dgm:prSet/>
      <dgm:spPr/>
      <dgm:t>
        <a:bodyPr/>
        <a:lstStyle/>
        <a:p>
          <a:endParaRPr lang="en-US"/>
        </a:p>
      </dgm:t>
    </dgm:pt>
    <dgm:pt modelId="{C94FE102-2EE7-43BA-9848-49CF63C58105}" type="sibTrans" cxnId="{D3D4CD0F-682B-4AB6-A392-EB76DB5C9568}">
      <dgm:prSet/>
      <dgm:spPr/>
      <dgm:t>
        <a:bodyPr/>
        <a:lstStyle/>
        <a:p>
          <a:endParaRPr lang="en-US"/>
        </a:p>
      </dgm:t>
    </dgm:pt>
    <dgm:pt modelId="{B2DCEF2E-6F47-4E25-B72F-109C25035C16}">
      <dgm:prSet/>
      <dgm:spPr/>
      <dgm:t>
        <a:bodyPr/>
        <a:lstStyle/>
        <a:p>
          <a:r>
            <a:rPr lang="en-US"/>
            <a:t>✔ APIs power analytics and automation.</a:t>
          </a:r>
        </a:p>
      </dgm:t>
    </dgm:pt>
    <dgm:pt modelId="{F64ACB64-E47B-4F55-ACF4-524D15725456}" type="parTrans" cxnId="{A729D8E9-C267-426C-9CF4-76060BA143F9}">
      <dgm:prSet/>
      <dgm:spPr/>
      <dgm:t>
        <a:bodyPr/>
        <a:lstStyle/>
        <a:p>
          <a:endParaRPr lang="en-US"/>
        </a:p>
      </dgm:t>
    </dgm:pt>
    <dgm:pt modelId="{70A60581-E878-469E-BF81-1F52F617669D}" type="sibTrans" cxnId="{A729D8E9-C267-426C-9CF4-76060BA143F9}">
      <dgm:prSet/>
      <dgm:spPr/>
      <dgm:t>
        <a:bodyPr/>
        <a:lstStyle/>
        <a:p>
          <a:endParaRPr lang="en-US"/>
        </a:p>
      </dgm:t>
    </dgm:pt>
    <dgm:pt modelId="{9FF93DF1-CF83-4EB4-9E4C-3D5A67F5DF5D}" type="pres">
      <dgm:prSet presAssocID="{59CB3ABA-8E8E-4786-A84F-8E6A8B65FA54}" presName="root" presStyleCnt="0">
        <dgm:presLayoutVars>
          <dgm:dir/>
          <dgm:resizeHandles val="exact"/>
        </dgm:presLayoutVars>
      </dgm:prSet>
      <dgm:spPr/>
    </dgm:pt>
    <dgm:pt modelId="{1C649F7E-12FB-432A-B233-D71E16FD744F}" type="pres">
      <dgm:prSet presAssocID="{97DD3CCE-A203-4064-A3AE-CB05D1BF292D}" presName="compNode" presStyleCnt="0"/>
      <dgm:spPr/>
    </dgm:pt>
    <dgm:pt modelId="{A3103331-6617-448E-8E32-6C96C835A513}" type="pres">
      <dgm:prSet presAssocID="{97DD3CCE-A203-4064-A3AE-CB05D1BF292D}" presName="bgRect" presStyleLbl="bgShp" presStyleIdx="0" presStyleCnt="6"/>
      <dgm:spPr/>
    </dgm:pt>
    <dgm:pt modelId="{D788498E-C882-4F79-8116-FC76DC1F81EB}" type="pres">
      <dgm:prSet presAssocID="{97DD3CCE-A203-4064-A3AE-CB05D1BF292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F279046-D5D8-44FA-B974-ECB870C9A2EA}" type="pres">
      <dgm:prSet presAssocID="{97DD3CCE-A203-4064-A3AE-CB05D1BF292D}" presName="spaceRect" presStyleCnt="0"/>
      <dgm:spPr/>
    </dgm:pt>
    <dgm:pt modelId="{9A274E56-9F9E-4EBF-A046-3D32B417F82C}" type="pres">
      <dgm:prSet presAssocID="{97DD3CCE-A203-4064-A3AE-CB05D1BF292D}" presName="parTx" presStyleLbl="revTx" presStyleIdx="0" presStyleCnt="6">
        <dgm:presLayoutVars>
          <dgm:chMax val="0"/>
          <dgm:chPref val="0"/>
        </dgm:presLayoutVars>
      </dgm:prSet>
      <dgm:spPr/>
    </dgm:pt>
    <dgm:pt modelId="{CA2F6E15-7062-476C-B55C-0E48F7B8DD36}" type="pres">
      <dgm:prSet presAssocID="{C0E187FB-E90F-4A7C-B9CE-10B014FA371D}" presName="sibTrans" presStyleCnt="0"/>
      <dgm:spPr/>
    </dgm:pt>
    <dgm:pt modelId="{4B2E085C-FC49-4E89-BFBD-9347C0CD5B1B}" type="pres">
      <dgm:prSet presAssocID="{03B3351D-E158-4CEC-AAEC-2521CE97C289}" presName="compNode" presStyleCnt="0"/>
      <dgm:spPr/>
    </dgm:pt>
    <dgm:pt modelId="{C1D31FCF-63F7-4A9B-A3C7-E880F2D1A640}" type="pres">
      <dgm:prSet presAssocID="{03B3351D-E158-4CEC-AAEC-2521CE97C289}" presName="bgRect" presStyleLbl="bgShp" presStyleIdx="1" presStyleCnt="6"/>
      <dgm:spPr/>
    </dgm:pt>
    <dgm:pt modelId="{FAFE245C-F79D-4A78-B620-32CAD8854455}" type="pres">
      <dgm:prSet presAssocID="{03B3351D-E158-4CEC-AAEC-2521CE97C289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9E5C30B-52F0-410D-BFFC-4A351E617895}" type="pres">
      <dgm:prSet presAssocID="{03B3351D-E158-4CEC-AAEC-2521CE97C289}" presName="spaceRect" presStyleCnt="0"/>
      <dgm:spPr/>
    </dgm:pt>
    <dgm:pt modelId="{CF81CF54-7ACD-4102-97E6-B587F4E8F46A}" type="pres">
      <dgm:prSet presAssocID="{03B3351D-E158-4CEC-AAEC-2521CE97C289}" presName="parTx" presStyleLbl="revTx" presStyleIdx="1" presStyleCnt="6">
        <dgm:presLayoutVars>
          <dgm:chMax val="0"/>
          <dgm:chPref val="0"/>
        </dgm:presLayoutVars>
      </dgm:prSet>
      <dgm:spPr/>
    </dgm:pt>
    <dgm:pt modelId="{357CE502-D21C-4C47-B8EE-62CDBDE1510C}" type="pres">
      <dgm:prSet presAssocID="{9D647454-AC0C-4938-B2DB-902F4ED45838}" presName="sibTrans" presStyleCnt="0"/>
      <dgm:spPr/>
    </dgm:pt>
    <dgm:pt modelId="{C12E3D11-2411-472E-967D-69E15AA429E7}" type="pres">
      <dgm:prSet presAssocID="{28EBDBC9-D723-4E52-BA80-09063FAF59B0}" presName="compNode" presStyleCnt="0"/>
      <dgm:spPr/>
    </dgm:pt>
    <dgm:pt modelId="{470504CC-D4B7-42D0-AB74-A89B9331FD7F}" type="pres">
      <dgm:prSet presAssocID="{28EBDBC9-D723-4E52-BA80-09063FAF59B0}" presName="bgRect" presStyleLbl="bgShp" presStyleIdx="2" presStyleCnt="6"/>
      <dgm:spPr/>
    </dgm:pt>
    <dgm:pt modelId="{FD41AFAF-B128-46DF-8DDD-56A9B3352570}" type="pres">
      <dgm:prSet presAssocID="{28EBDBC9-D723-4E52-BA80-09063FAF59B0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551080BD-846A-4413-8211-52EF21625BF2}" type="pres">
      <dgm:prSet presAssocID="{28EBDBC9-D723-4E52-BA80-09063FAF59B0}" presName="spaceRect" presStyleCnt="0"/>
      <dgm:spPr/>
    </dgm:pt>
    <dgm:pt modelId="{CCCF713A-D06D-4BBB-921F-BBA047AD82FF}" type="pres">
      <dgm:prSet presAssocID="{28EBDBC9-D723-4E52-BA80-09063FAF59B0}" presName="parTx" presStyleLbl="revTx" presStyleIdx="2" presStyleCnt="6">
        <dgm:presLayoutVars>
          <dgm:chMax val="0"/>
          <dgm:chPref val="0"/>
        </dgm:presLayoutVars>
      </dgm:prSet>
      <dgm:spPr/>
    </dgm:pt>
    <dgm:pt modelId="{4526B52C-1551-42C7-BBEA-C879D2A61432}" type="pres">
      <dgm:prSet presAssocID="{CF17C12C-0C79-4232-A802-B3683B3733AB}" presName="sibTrans" presStyleCnt="0"/>
      <dgm:spPr/>
    </dgm:pt>
    <dgm:pt modelId="{F9320901-CA62-439C-B7BF-A993D8B158B3}" type="pres">
      <dgm:prSet presAssocID="{A1C12BD7-C6FE-448F-ABD3-C7721454B99D}" presName="compNode" presStyleCnt="0"/>
      <dgm:spPr/>
    </dgm:pt>
    <dgm:pt modelId="{742BD650-33E0-45AF-9CB1-34A5580672CB}" type="pres">
      <dgm:prSet presAssocID="{A1C12BD7-C6FE-448F-ABD3-C7721454B99D}" presName="bgRect" presStyleLbl="bgShp" presStyleIdx="3" presStyleCnt="6"/>
      <dgm:spPr/>
    </dgm:pt>
    <dgm:pt modelId="{FE980BE2-BDC4-439E-B03D-FC67F5F27A94}" type="pres">
      <dgm:prSet presAssocID="{A1C12BD7-C6FE-448F-ABD3-C7721454B99D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A655597-26F1-4DFA-AD2C-A4865630C98E}" type="pres">
      <dgm:prSet presAssocID="{A1C12BD7-C6FE-448F-ABD3-C7721454B99D}" presName="spaceRect" presStyleCnt="0"/>
      <dgm:spPr/>
    </dgm:pt>
    <dgm:pt modelId="{B43C0F3D-F8BD-437D-AD25-D6AD22EA23AE}" type="pres">
      <dgm:prSet presAssocID="{A1C12BD7-C6FE-448F-ABD3-C7721454B99D}" presName="parTx" presStyleLbl="revTx" presStyleIdx="3" presStyleCnt="6">
        <dgm:presLayoutVars>
          <dgm:chMax val="0"/>
          <dgm:chPref val="0"/>
        </dgm:presLayoutVars>
      </dgm:prSet>
      <dgm:spPr/>
    </dgm:pt>
    <dgm:pt modelId="{00BDBBF9-5177-48D5-95C4-0CBDF9E0AF74}" type="pres">
      <dgm:prSet presAssocID="{97579612-B2D6-4BDC-9CDF-43151F14D6F6}" presName="sibTrans" presStyleCnt="0"/>
      <dgm:spPr/>
    </dgm:pt>
    <dgm:pt modelId="{36494211-3901-4D5C-9963-29498DE8923B}" type="pres">
      <dgm:prSet presAssocID="{D39B5753-7A75-4081-BDE5-A63C8B50ED08}" presName="compNode" presStyleCnt="0"/>
      <dgm:spPr/>
    </dgm:pt>
    <dgm:pt modelId="{56BCA9BE-D3E1-4BC2-BA5C-E330B83CF136}" type="pres">
      <dgm:prSet presAssocID="{D39B5753-7A75-4081-BDE5-A63C8B50ED08}" presName="bgRect" presStyleLbl="bgShp" presStyleIdx="4" presStyleCnt="6"/>
      <dgm:spPr/>
    </dgm:pt>
    <dgm:pt modelId="{28E0E75C-1E45-4123-99CE-85200DFFA44C}" type="pres">
      <dgm:prSet presAssocID="{D39B5753-7A75-4081-BDE5-A63C8B50ED08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872F477-8BCE-4B71-B156-B07019DA85CA}" type="pres">
      <dgm:prSet presAssocID="{D39B5753-7A75-4081-BDE5-A63C8B50ED08}" presName="spaceRect" presStyleCnt="0"/>
      <dgm:spPr/>
    </dgm:pt>
    <dgm:pt modelId="{C3E54B44-FE90-4D76-ADB9-28EE73AC217C}" type="pres">
      <dgm:prSet presAssocID="{D39B5753-7A75-4081-BDE5-A63C8B50ED08}" presName="parTx" presStyleLbl="revTx" presStyleIdx="4" presStyleCnt="6">
        <dgm:presLayoutVars>
          <dgm:chMax val="0"/>
          <dgm:chPref val="0"/>
        </dgm:presLayoutVars>
      </dgm:prSet>
      <dgm:spPr/>
    </dgm:pt>
    <dgm:pt modelId="{12652950-1DF0-4D20-B977-0385DB1EE16D}" type="pres">
      <dgm:prSet presAssocID="{C94FE102-2EE7-43BA-9848-49CF63C58105}" presName="sibTrans" presStyleCnt="0"/>
      <dgm:spPr/>
    </dgm:pt>
    <dgm:pt modelId="{D231AE03-FF56-4ACB-BA8B-EE88A6460837}" type="pres">
      <dgm:prSet presAssocID="{B2DCEF2E-6F47-4E25-B72F-109C25035C16}" presName="compNode" presStyleCnt="0"/>
      <dgm:spPr/>
    </dgm:pt>
    <dgm:pt modelId="{ADC6A9CF-0320-4A82-BE65-19E467175B70}" type="pres">
      <dgm:prSet presAssocID="{B2DCEF2E-6F47-4E25-B72F-109C25035C16}" presName="bgRect" presStyleLbl="bgShp" presStyleIdx="5" presStyleCnt="6"/>
      <dgm:spPr/>
    </dgm:pt>
    <dgm:pt modelId="{8B8F1F97-4726-4993-B3CF-7D8CC7422569}" type="pres">
      <dgm:prSet presAssocID="{B2DCEF2E-6F47-4E25-B72F-109C25035C16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A8FB23A-F957-42EA-A16E-7FAECC0E1ED5}" type="pres">
      <dgm:prSet presAssocID="{B2DCEF2E-6F47-4E25-B72F-109C25035C16}" presName="spaceRect" presStyleCnt="0"/>
      <dgm:spPr/>
    </dgm:pt>
    <dgm:pt modelId="{9013F678-7BF7-44B3-A3C2-6AE672017EF9}" type="pres">
      <dgm:prSet presAssocID="{B2DCEF2E-6F47-4E25-B72F-109C25035C1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C9D320C-30C5-487C-B6A2-6E57DE5C2B9D}" type="presOf" srcId="{A1C12BD7-C6FE-448F-ABD3-C7721454B99D}" destId="{B43C0F3D-F8BD-437D-AD25-D6AD22EA23AE}" srcOrd="0" destOrd="0" presId="urn:microsoft.com/office/officeart/2018/2/layout/IconVerticalSolidList"/>
    <dgm:cxn modelId="{D3D4CD0F-682B-4AB6-A392-EB76DB5C9568}" srcId="{59CB3ABA-8E8E-4786-A84F-8E6A8B65FA54}" destId="{D39B5753-7A75-4081-BDE5-A63C8B50ED08}" srcOrd="4" destOrd="0" parTransId="{3FBEC5D7-17DB-44FC-9452-88571C289F1D}" sibTransId="{C94FE102-2EE7-43BA-9848-49CF63C58105}"/>
    <dgm:cxn modelId="{7EEA1723-5C2A-44C2-9B96-87BB6895EFF4}" type="presOf" srcId="{B2DCEF2E-6F47-4E25-B72F-109C25035C16}" destId="{9013F678-7BF7-44B3-A3C2-6AE672017EF9}" srcOrd="0" destOrd="0" presId="urn:microsoft.com/office/officeart/2018/2/layout/IconVerticalSolidList"/>
    <dgm:cxn modelId="{8B400525-C38A-46C9-AF9E-74CD3513B52B}" type="presOf" srcId="{D39B5753-7A75-4081-BDE5-A63C8B50ED08}" destId="{C3E54B44-FE90-4D76-ADB9-28EE73AC217C}" srcOrd="0" destOrd="0" presId="urn:microsoft.com/office/officeart/2018/2/layout/IconVerticalSolidList"/>
    <dgm:cxn modelId="{A77B9A77-EC33-443F-94FE-CFF86306DD3B}" type="presOf" srcId="{97DD3CCE-A203-4064-A3AE-CB05D1BF292D}" destId="{9A274E56-9F9E-4EBF-A046-3D32B417F82C}" srcOrd="0" destOrd="0" presId="urn:microsoft.com/office/officeart/2018/2/layout/IconVerticalSolidList"/>
    <dgm:cxn modelId="{E0DF627F-B7E4-4805-AF8F-E4BF7C1A887B}" type="presOf" srcId="{03B3351D-E158-4CEC-AAEC-2521CE97C289}" destId="{CF81CF54-7ACD-4102-97E6-B587F4E8F46A}" srcOrd="0" destOrd="0" presId="urn:microsoft.com/office/officeart/2018/2/layout/IconVerticalSolidList"/>
    <dgm:cxn modelId="{E9C7828E-28DF-48C2-9591-094D6E3949E8}" srcId="{59CB3ABA-8E8E-4786-A84F-8E6A8B65FA54}" destId="{28EBDBC9-D723-4E52-BA80-09063FAF59B0}" srcOrd="2" destOrd="0" parTransId="{4C39BF6E-69F0-4A34-AD7A-9CA9FE04115B}" sibTransId="{CF17C12C-0C79-4232-A802-B3683B3733AB}"/>
    <dgm:cxn modelId="{CB45C898-2EA5-454C-A1E1-02C3DDA05342}" srcId="{59CB3ABA-8E8E-4786-A84F-8E6A8B65FA54}" destId="{97DD3CCE-A203-4064-A3AE-CB05D1BF292D}" srcOrd="0" destOrd="0" parTransId="{82F7DA3B-F93D-4874-9D2C-EC2F1DA1F082}" sibTransId="{C0E187FB-E90F-4A7C-B9CE-10B014FA371D}"/>
    <dgm:cxn modelId="{DCA160CE-2D10-4635-B3D9-B81B23B66B37}" type="presOf" srcId="{59CB3ABA-8E8E-4786-A84F-8E6A8B65FA54}" destId="{9FF93DF1-CF83-4EB4-9E4C-3D5A67F5DF5D}" srcOrd="0" destOrd="0" presId="urn:microsoft.com/office/officeart/2018/2/layout/IconVerticalSolidList"/>
    <dgm:cxn modelId="{A64CB8E1-BF2D-4458-9224-1F9963EAA0AC}" srcId="{59CB3ABA-8E8E-4786-A84F-8E6A8B65FA54}" destId="{A1C12BD7-C6FE-448F-ABD3-C7721454B99D}" srcOrd="3" destOrd="0" parTransId="{7B9F8DAD-BFDB-4B8C-BBCA-DE2666EE2DEE}" sibTransId="{97579612-B2D6-4BDC-9CDF-43151F14D6F6}"/>
    <dgm:cxn modelId="{A729D8E9-C267-426C-9CF4-76060BA143F9}" srcId="{59CB3ABA-8E8E-4786-A84F-8E6A8B65FA54}" destId="{B2DCEF2E-6F47-4E25-B72F-109C25035C16}" srcOrd="5" destOrd="0" parTransId="{F64ACB64-E47B-4F55-ACF4-524D15725456}" sibTransId="{70A60581-E878-469E-BF81-1F52F617669D}"/>
    <dgm:cxn modelId="{57B483EC-BED6-4934-8502-815F294F92C3}" srcId="{59CB3ABA-8E8E-4786-A84F-8E6A8B65FA54}" destId="{03B3351D-E158-4CEC-AAEC-2521CE97C289}" srcOrd="1" destOrd="0" parTransId="{10AE6454-04EC-4245-B0EE-C995BC65B97C}" sibTransId="{9D647454-AC0C-4938-B2DB-902F4ED45838}"/>
    <dgm:cxn modelId="{C45BFEF1-9133-4658-B480-D5CC11A1483B}" type="presOf" srcId="{28EBDBC9-D723-4E52-BA80-09063FAF59B0}" destId="{CCCF713A-D06D-4BBB-921F-BBA047AD82FF}" srcOrd="0" destOrd="0" presId="urn:microsoft.com/office/officeart/2018/2/layout/IconVerticalSolidList"/>
    <dgm:cxn modelId="{94240589-8802-443E-926A-1CA3CFA41BB6}" type="presParOf" srcId="{9FF93DF1-CF83-4EB4-9E4C-3D5A67F5DF5D}" destId="{1C649F7E-12FB-432A-B233-D71E16FD744F}" srcOrd="0" destOrd="0" presId="urn:microsoft.com/office/officeart/2018/2/layout/IconVerticalSolidList"/>
    <dgm:cxn modelId="{9731D737-CE7E-4C25-8870-3F1F2CF588B6}" type="presParOf" srcId="{1C649F7E-12FB-432A-B233-D71E16FD744F}" destId="{A3103331-6617-448E-8E32-6C96C835A513}" srcOrd="0" destOrd="0" presId="urn:microsoft.com/office/officeart/2018/2/layout/IconVerticalSolidList"/>
    <dgm:cxn modelId="{065F7536-6C17-456D-861C-4DFCB0457165}" type="presParOf" srcId="{1C649F7E-12FB-432A-B233-D71E16FD744F}" destId="{D788498E-C882-4F79-8116-FC76DC1F81EB}" srcOrd="1" destOrd="0" presId="urn:microsoft.com/office/officeart/2018/2/layout/IconVerticalSolidList"/>
    <dgm:cxn modelId="{6734974C-3EB3-471E-AA5D-26B194EC1646}" type="presParOf" srcId="{1C649F7E-12FB-432A-B233-D71E16FD744F}" destId="{8F279046-D5D8-44FA-B974-ECB870C9A2EA}" srcOrd="2" destOrd="0" presId="urn:microsoft.com/office/officeart/2018/2/layout/IconVerticalSolidList"/>
    <dgm:cxn modelId="{8E8B7FEB-C298-4E2D-86FF-4DA078B1F392}" type="presParOf" srcId="{1C649F7E-12FB-432A-B233-D71E16FD744F}" destId="{9A274E56-9F9E-4EBF-A046-3D32B417F82C}" srcOrd="3" destOrd="0" presId="urn:microsoft.com/office/officeart/2018/2/layout/IconVerticalSolidList"/>
    <dgm:cxn modelId="{A2352572-52C0-42F9-906E-E8288B2616CA}" type="presParOf" srcId="{9FF93DF1-CF83-4EB4-9E4C-3D5A67F5DF5D}" destId="{CA2F6E15-7062-476C-B55C-0E48F7B8DD36}" srcOrd="1" destOrd="0" presId="urn:microsoft.com/office/officeart/2018/2/layout/IconVerticalSolidList"/>
    <dgm:cxn modelId="{5D72FFAE-CC81-4104-860A-C81EE4C9A9E5}" type="presParOf" srcId="{9FF93DF1-CF83-4EB4-9E4C-3D5A67F5DF5D}" destId="{4B2E085C-FC49-4E89-BFBD-9347C0CD5B1B}" srcOrd="2" destOrd="0" presId="urn:microsoft.com/office/officeart/2018/2/layout/IconVerticalSolidList"/>
    <dgm:cxn modelId="{634DBC6F-6652-485D-AD6C-722A79ABF68D}" type="presParOf" srcId="{4B2E085C-FC49-4E89-BFBD-9347C0CD5B1B}" destId="{C1D31FCF-63F7-4A9B-A3C7-E880F2D1A640}" srcOrd="0" destOrd="0" presId="urn:microsoft.com/office/officeart/2018/2/layout/IconVerticalSolidList"/>
    <dgm:cxn modelId="{1F7EEA78-0AE5-4A80-98A4-953D0687AAA5}" type="presParOf" srcId="{4B2E085C-FC49-4E89-BFBD-9347C0CD5B1B}" destId="{FAFE245C-F79D-4A78-B620-32CAD8854455}" srcOrd="1" destOrd="0" presId="urn:microsoft.com/office/officeart/2018/2/layout/IconVerticalSolidList"/>
    <dgm:cxn modelId="{F845F1E2-1509-4CD0-8CC5-134A52BA107D}" type="presParOf" srcId="{4B2E085C-FC49-4E89-BFBD-9347C0CD5B1B}" destId="{59E5C30B-52F0-410D-BFFC-4A351E617895}" srcOrd="2" destOrd="0" presId="urn:microsoft.com/office/officeart/2018/2/layout/IconVerticalSolidList"/>
    <dgm:cxn modelId="{65A7C4AD-DDF6-4D54-878C-05C113FAD632}" type="presParOf" srcId="{4B2E085C-FC49-4E89-BFBD-9347C0CD5B1B}" destId="{CF81CF54-7ACD-4102-97E6-B587F4E8F46A}" srcOrd="3" destOrd="0" presId="urn:microsoft.com/office/officeart/2018/2/layout/IconVerticalSolidList"/>
    <dgm:cxn modelId="{DE214E96-EABE-4AE1-A1EC-9F7AB9D3ACA4}" type="presParOf" srcId="{9FF93DF1-CF83-4EB4-9E4C-3D5A67F5DF5D}" destId="{357CE502-D21C-4C47-B8EE-62CDBDE1510C}" srcOrd="3" destOrd="0" presId="urn:microsoft.com/office/officeart/2018/2/layout/IconVerticalSolidList"/>
    <dgm:cxn modelId="{1964A670-1821-4E63-933E-13782516EC94}" type="presParOf" srcId="{9FF93DF1-CF83-4EB4-9E4C-3D5A67F5DF5D}" destId="{C12E3D11-2411-472E-967D-69E15AA429E7}" srcOrd="4" destOrd="0" presId="urn:microsoft.com/office/officeart/2018/2/layout/IconVerticalSolidList"/>
    <dgm:cxn modelId="{DEB090BC-953A-485C-8A89-13EC6A9EA704}" type="presParOf" srcId="{C12E3D11-2411-472E-967D-69E15AA429E7}" destId="{470504CC-D4B7-42D0-AB74-A89B9331FD7F}" srcOrd="0" destOrd="0" presId="urn:microsoft.com/office/officeart/2018/2/layout/IconVerticalSolidList"/>
    <dgm:cxn modelId="{79CE72A8-0CBE-42F2-B563-759A5C3968B7}" type="presParOf" srcId="{C12E3D11-2411-472E-967D-69E15AA429E7}" destId="{FD41AFAF-B128-46DF-8DDD-56A9B3352570}" srcOrd="1" destOrd="0" presId="urn:microsoft.com/office/officeart/2018/2/layout/IconVerticalSolidList"/>
    <dgm:cxn modelId="{E3F3C562-ACC7-43CB-84BA-B51319DC9AC0}" type="presParOf" srcId="{C12E3D11-2411-472E-967D-69E15AA429E7}" destId="{551080BD-846A-4413-8211-52EF21625BF2}" srcOrd="2" destOrd="0" presId="urn:microsoft.com/office/officeart/2018/2/layout/IconVerticalSolidList"/>
    <dgm:cxn modelId="{1B6A22A7-F381-4D7F-99AE-1BB0C9F78F9E}" type="presParOf" srcId="{C12E3D11-2411-472E-967D-69E15AA429E7}" destId="{CCCF713A-D06D-4BBB-921F-BBA047AD82FF}" srcOrd="3" destOrd="0" presId="urn:microsoft.com/office/officeart/2018/2/layout/IconVerticalSolidList"/>
    <dgm:cxn modelId="{E860F3E2-03E6-41D3-8196-D2A525D4F756}" type="presParOf" srcId="{9FF93DF1-CF83-4EB4-9E4C-3D5A67F5DF5D}" destId="{4526B52C-1551-42C7-BBEA-C879D2A61432}" srcOrd="5" destOrd="0" presId="urn:microsoft.com/office/officeart/2018/2/layout/IconVerticalSolidList"/>
    <dgm:cxn modelId="{81FF3488-2E88-4141-814B-2D666C3FD0A6}" type="presParOf" srcId="{9FF93DF1-CF83-4EB4-9E4C-3D5A67F5DF5D}" destId="{F9320901-CA62-439C-B7BF-A993D8B158B3}" srcOrd="6" destOrd="0" presId="urn:microsoft.com/office/officeart/2018/2/layout/IconVerticalSolidList"/>
    <dgm:cxn modelId="{FE3888C2-0218-4008-B241-A31D2917529B}" type="presParOf" srcId="{F9320901-CA62-439C-B7BF-A993D8B158B3}" destId="{742BD650-33E0-45AF-9CB1-34A5580672CB}" srcOrd="0" destOrd="0" presId="urn:microsoft.com/office/officeart/2018/2/layout/IconVerticalSolidList"/>
    <dgm:cxn modelId="{402A097B-C35B-4DD6-8AE7-A5DC445F6730}" type="presParOf" srcId="{F9320901-CA62-439C-B7BF-A993D8B158B3}" destId="{FE980BE2-BDC4-439E-B03D-FC67F5F27A94}" srcOrd="1" destOrd="0" presId="urn:microsoft.com/office/officeart/2018/2/layout/IconVerticalSolidList"/>
    <dgm:cxn modelId="{4BFA7060-AD2C-4EB6-9EC7-144E20EFA7CF}" type="presParOf" srcId="{F9320901-CA62-439C-B7BF-A993D8B158B3}" destId="{5A655597-26F1-4DFA-AD2C-A4865630C98E}" srcOrd="2" destOrd="0" presId="urn:microsoft.com/office/officeart/2018/2/layout/IconVerticalSolidList"/>
    <dgm:cxn modelId="{797833E4-AAC3-4177-8C77-C135AE44577C}" type="presParOf" srcId="{F9320901-CA62-439C-B7BF-A993D8B158B3}" destId="{B43C0F3D-F8BD-437D-AD25-D6AD22EA23AE}" srcOrd="3" destOrd="0" presId="urn:microsoft.com/office/officeart/2018/2/layout/IconVerticalSolidList"/>
    <dgm:cxn modelId="{133FE93A-5949-4687-9F72-01221777319A}" type="presParOf" srcId="{9FF93DF1-CF83-4EB4-9E4C-3D5A67F5DF5D}" destId="{00BDBBF9-5177-48D5-95C4-0CBDF9E0AF74}" srcOrd="7" destOrd="0" presId="urn:microsoft.com/office/officeart/2018/2/layout/IconVerticalSolidList"/>
    <dgm:cxn modelId="{AE6D3CDC-081E-43D7-9E9E-07CE9472E855}" type="presParOf" srcId="{9FF93DF1-CF83-4EB4-9E4C-3D5A67F5DF5D}" destId="{36494211-3901-4D5C-9963-29498DE8923B}" srcOrd="8" destOrd="0" presId="urn:microsoft.com/office/officeart/2018/2/layout/IconVerticalSolidList"/>
    <dgm:cxn modelId="{D60427B9-BCD0-4752-B2AC-800DE6792BE8}" type="presParOf" srcId="{36494211-3901-4D5C-9963-29498DE8923B}" destId="{56BCA9BE-D3E1-4BC2-BA5C-E330B83CF136}" srcOrd="0" destOrd="0" presId="urn:microsoft.com/office/officeart/2018/2/layout/IconVerticalSolidList"/>
    <dgm:cxn modelId="{DAA93B98-B2A1-4361-9523-9897442D5B82}" type="presParOf" srcId="{36494211-3901-4D5C-9963-29498DE8923B}" destId="{28E0E75C-1E45-4123-99CE-85200DFFA44C}" srcOrd="1" destOrd="0" presId="urn:microsoft.com/office/officeart/2018/2/layout/IconVerticalSolidList"/>
    <dgm:cxn modelId="{24A800BB-4963-4B31-9C8F-5495AEA6303D}" type="presParOf" srcId="{36494211-3901-4D5C-9963-29498DE8923B}" destId="{F872F477-8BCE-4B71-B156-B07019DA85CA}" srcOrd="2" destOrd="0" presId="urn:microsoft.com/office/officeart/2018/2/layout/IconVerticalSolidList"/>
    <dgm:cxn modelId="{8EECB647-52BC-4416-A6CD-6FBCB982F0F4}" type="presParOf" srcId="{36494211-3901-4D5C-9963-29498DE8923B}" destId="{C3E54B44-FE90-4D76-ADB9-28EE73AC217C}" srcOrd="3" destOrd="0" presId="urn:microsoft.com/office/officeart/2018/2/layout/IconVerticalSolidList"/>
    <dgm:cxn modelId="{488823E0-F0D5-4D96-9D92-2C285C9690A1}" type="presParOf" srcId="{9FF93DF1-CF83-4EB4-9E4C-3D5A67F5DF5D}" destId="{12652950-1DF0-4D20-B977-0385DB1EE16D}" srcOrd="9" destOrd="0" presId="urn:microsoft.com/office/officeart/2018/2/layout/IconVerticalSolidList"/>
    <dgm:cxn modelId="{A2ED3FAB-6C77-42EA-AEAB-3F7CC714DEB1}" type="presParOf" srcId="{9FF93DF1-CF83-4EB4-9E4C-3D5A67F5DF5D}" destId="{D231AE03-FF56-4ACB-BA8B-EE88A6460837}" srcOrd="10" destOrd="0" presId="urn:microsoft.com/office/officeart/2018/2/layout/IconVerticalSolidList"/>
    <dgm:cxn modelId="{CB86ADF1-9D8B-4C02-BDDF-3EFCE3AFB2EC}" type="presParOf" srcId="{D231AE03-FF56-4ACB-BA8B-EE88A6460837}" destId="{ADC6A9CF-0320-4A82-BE65-19E467175B70}" srcOrd="0" destOrd="0" presId="urn:microsoft.com/office/officeart/2018/2/layout/IconVerticalSolidList"/>
    <dgm:cxn modelId="{F2885226-2256-4E26-8EDC-8A33D151CD17}" type="presParOf" srcId="{D231AE03-FF56-4ACB-BA8B-EE88A6460837}" destId="{8B8F1F97-4726-4993-B3CF-7D8CC7422569}" srcOrd="1" destOrd="0" presId="urn:microsoft.com/office/officeart/2018/2/layout/IconVerticalSolidList"/>
    <dgm:cxn modelId="{E24BB1B4-3410-4EFD-9D79-9D27E9546D06}" type="presParOf" srcId="{D231AE03-FF56-4ACB-BA8B-EE88A6460837}" destId="{0A8FB23A-F957-42EA-A16E-7FAECC0E1ED5}" srcOrd="2" destOrd="0" presId="urn:microsoft.com/office/officeart/2018/2/layout/IconVerticalSolidList"/>
    <dgm:cxn modelId="{244A97E0-D57C-4DBB-B41B-47926AF99F3C}" type="presParOf" srcId="{D231AE03-FF56-4ACB-BA8B-EE88A6460837}" destId="{9013F678-7BF7-44B3-A3C2-6AE672017E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FE24D-2369-4353-9F9D-A317F9DC4B8A}">
      <dsp:nvSpPr>
        <dsp:cNvPr id="0" name=""/>
        <dsp:cNvSpPr/>
      </dsp:nvSpPr>
      <dsp:spPr>
        <a:xfrm>
          <a:off x="418512" y="175498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A8D1A-DFE0-4F2E-A43D-9D37AB734515}">
      <dsp:nvSpPr>
        <dsp:cNvPr id="0" name=""/>
        <dsp:cNvSpPr/>
      </dsp:nvSpPr>
      <dsp:spPr>
        <a:xfrm>
          <a:off x="418512" y="18595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Examples everyone recognizes:</a:t>
          </a:r>
        </a:p>
      </dsp:txBody>
      <dsp:txXfrm>
        <a:off x="418512" y="1859512"/>
        <a:ext cx="4320000" cy="648000"/>
      </dsp:txXfrm>
    </dsp:sp>
    <dsp:sp modelId="{3F385F8E-8D2F-49E6-AC72-065FA301E2FE}">
      <dsp:nvSpPr>
        <dsp:cNvPr id="0" name=""/>
        <dsp:cNvSpPr/>
      </dsp:nvSpPr>
      <dsp:spPr>
        <a:xfrm>
          <a:off x="418512" y="2587519"/>
          <a:ext cx="4320000" cy="1588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Weather apps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Google Maps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Amazon product searches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Spotify playlists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Online banking</a:t>
          </a:r>
        </a:p>
      </dsp:txBody>
      <dsp:txXfrm>
        <a:off x="418512" y="2587519"/>
        <a:ext cx="4320000" cy="1588319"/>
      </dsp:txXfrm>
    </dsp:sp>
    <dsp:sp modelId="{C1B4C00F-006E-4EC6-A95D-570C8733957D}">
      <dsp:nvSpPr>
        <dsp:cNvPr id="0" name=""/>
        <dsp:cNvSpPr/>
      </dsp:nvSpPr>
      <dsp:spPr>
        <a:xfrm>
          <a:off x="5494512" y="175498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70110-E74B-4E93-BABE-6CCC119BDFF0}">
      <dsp:nvSpPr>
        <dsp:cNvPr id="0" name=""/>
        <dsp:cNvSpPr/>
      </dsp:nvSpPr>
      <dsp:spPr>
        <a:xfrm>
          <a:off x="5494512" y="18595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Question:</a:t>
          </a:r>
        </a:p>
      </dsp:txBody>
      <dsp:txXfrm>
        <a:off x="5494512" y="1859512"/>
        <a:ext cx="4320000" cy="648000"/>
      </dsp:txXfrm>
    </dsp:sp>
    <dsp:sp modelId="{B71C6E75-34E3-42B7-B705-0DDD1A20FFEE}">
      <dsp:nvSpPr>
        <dsp:cNvPr id="0" name=""/>
        <dsp:cNvSpPr/>
      </dsp:nvSpPr>
      <dsp:spPr>
        <a:xfrm>
          <a:off x="5494512" y="2587519"/>
          <a:ext cx="4320000" cy="1588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many APIs do you think you used today?</a:t>
          </a:r>
        </a:p>
      </dsp:txBody>
      <dsp:txXfrm>
        <a:off x="5494512" y="2587519"/>
        <a:ext cx="4320000" cy="15883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AACCF-E13F-4B88-8B25-4F00DF389ACD}">
      <dsp:nvSpPr>
        <dsp:cNvPr id="0" name=""/>
        <dsp:cNvSpPr/>
      </dsp:nvSpPr>
      <dsp:spPr>
        <a:xfrm>
          <a:off x="0" y="2298"/>
          <a:ext cx="6912245" cy="11646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7AC957-123D-4D16-8419-3B3B9B020AE3}">
      <dsp:nvSpPr>
        <dsp:cNvPr id="0" name=""/>
        <dsp:cNvSpPr/>
      </dsp:nvSpPr>
      <dsp:spPr>
        <a:xfrm>
          <a:off x="352319" y="264353"/>
          <a:ext cx="640580" cy="6405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E0BCC1-20B3-4B62-B4BF-A760E1C711F2}">
      <dsp:nvSpPr>
        <dsp:cNvPr id="0" name=""/>
        <dsp:cNvSpPr/>
      </dsp:nvSpPr>
      <dsp:spPr>
        <a:xfrm>
          <a:off x="1345219" y="2298"/>
          <a:ext cx="3110510" cy="1164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63" tIns="123263" rIns="123263" bIns="1232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Sales Analytics</a:t>
          </a:r>
          <a:endParaRPr lang="en-US" sz="2200" kern="1200"/>
        </a:p>
      </dsp:txBody>
      <dsp:txXfrm>
        <a:off x="1345219" y="2298"/>
        <a:ext cx="3110510" cy="1164691"/>
      </dsp:txXfrm>
    </dsp:sp>
    <dsp:sp modelId="{40793EC8-96B3-40AE-83A3-F0E7965B9690}">
      <dsp:nvSpPr>
        <dsp:cNvPr id="0" name=""/>
        <dsp:cNvSpPr/>
      </dsp:nvSpPr>
      <dsp:spPr>
        <a:xfrm>
          <a:off x="4455729" y="2298"/>
          <a:ext cx="2456515" cy="1164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63" tIns="123263" rIns="123263" bIns="1232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Salesforce API → Warehouse → Dashboard</a:t>
          </a:r>
        </a:p>
      </dsp:txBody>
      <dsp:txXfrm>
        <a:off x="4455729" y="2298"/>
        <a:ext cx="2456515" cy="1164691"/>
      </dsp:txXfrm>
    </dsp:sp>
    <dsp:sp modelId="{239ACC4A-52F8-46E1-881A-427A7D16E3CF}">
      <dsp:nvSpPr>
        <dsp:cNvPr id="0" name=""/>
        <dsp:cNvSpPr/>
      </dsp:nvSpPr>
      <dsp:spPr>
        <a:xfrm>
          <a:off x="0" y="1458163"/>
          <a:ext cx="6912245" cy="11646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01E11-F58F-4618-ACE1-2A7A9436749A}">
      <dsp:nvSpPr>
        <dsp:cNvPr id="0" name=""/>
        <dsp:cNvSpPr/>
      </dsp:nvSpPr>
      <dsp:spPr>
        <a:xfrm>
          <a:off x="352319" y="1720218"/>
          <a:ext cx="640580" cy="6405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8E3B6-3197-477E-A242-C3A2EE5A6983}">
      <dsp:nvSpPr>
        <dsp:cNvPr id="0" name=""/>
        <dsp:cNvSpPr/>
      </dsp:nvSpPr>
      <dsp:spPr>
        <a:xfrm>
          <a:off x="1345219" y="1458163"/>
          <a:ext cx="3110510" cy="1164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63" tIns="123263" rIns="123263" bIns="1232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Financial Reporting</a:t>
          </a:r>
          <a:endParaRPr lang="en-US" sz="2200" kern="1200"/>
        </a:p>
      </dsp:txBody>
      <dsp:txXfrm>
        <a:off x="1345219" y="1458163"/>
        <a:ext cx="3110510" cy="1164691"/>
      </dsp:txXfrm>
    </dsp:sp>
    <dsp:sp modelId="{62C62662-6584-4DC3-A09A-ED7E63820014}">
      <dsp:nvSpPr>
        <dsp:cNvPr id="0" name=""/>
        <dsp:cNvSpPr/>
      </dsp:nvSpPr>
      <dsp:spPr>
        <a:xfrm>
          <a:off x="4455729" y="1458163"/>
          <a:ext cx="2456515" cy="1164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63" tIns="123263" rIns="123263" bIns="1232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NetSuite API → Snowflake</a:t>
          </a:r>
        </a:p>
      </dsp:txBody>
      <dsp:txXfrm>
        <a:off x="4455729" y="1458163"/>
        <a:ext cx="2456515" cy="1164691"/>
      </dsp:txXfrm>
    </dsp:sp>
    <dsp:sp modelId="{E87BC1F7-4BEB-4633-8511-A2E294918383}">
      <dsp:nvSpPr>
        <dsp:cNvPr id="0" name=""/>
        <dsp:cNvSpPr/>
      </dsp:nvSpPr>
      <dsp:spPr>
        <a:xfrm>
          <a:off x="0" y="2914027"/>
          <a:ext cx="6912245" cy="11646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5919A-4897-4FE8-8946-C343A74A1008}">
      <dsp:nvSpPr>
        <dsp:cNvPr id="0" name=""/>
        <dsp:cNvSpPr/>
      </dsp:nvSpPr>
      <dsp:spPr>
        <a:xfrm>
          <a:off x="352319" y="3176083"/>
          <a:ext cx="640580" cy="6405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8EE80-C2B0-48BC-8CF7-6C545C60AC6E}">
      <dsp:nvSpPr>
        <dsp:cNvPr id="0" name=""/>
        <dsp:cNvSpPr/>
      </dsp:nvSpPr>
      <dsp:spPr>
        <a:xfrm>
          <a:off x="1345219" y="2914027"/>
          <a:ext cx="3110510" cy="1164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63" tIns="123263" rIns="123263" bIns="1232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Monitoring</a:t>
          </a:r>
          <a:endParaRPr lang="en-US" sz="2200" kern="1200"/>
        </a:p>
      </dsp:txBody>
      <dsp:txXfrm>
        <a:off x="1345219" y="2914027"/>
        <a:ext cx="3110510" cy="1164691"/>
      </dsp:txXfrm>
    </dsp:sp>
    <dsp:sp modelId="{E32CE873-BAF0-4393-AC45-07A2F622FCEB}">
      <dsp:nvSpPr>
        <dsp:cNvPr id="0" name=""/>
        <dsp:cNvSpPr/>
      </dsp:nvSpPr>
      <dsp:spPr>
        <a:xfrm>
          <a:off x="4455729" y="2914027"/>
          <a:ext cx="2456515" cy="1164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63" tIns="123263" rIns="123263" bIns="1232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Azure API → Cost reporting</a:t>
          </a:r>
        </a:p>
      </dsp:txBody>
      <dsp:txXfrm>
        <a:off x="4455729" y="2914027"/>
        <a:ext cx="2456515" cy="1164691"/>
      </dsp:txXfrm>
    </dsp:sp>
    <dsp:sp modelId="{02E68553-5AFD-4EE3-ACAE-D2EDA2404ED3}">
      <dsp:nvSpPr>
        <dsp:cNvPr id="0" name=""/>
        <dsp:cNvSpPr/>
      </dsp:nvSpPr>
      <dsp:spPr>
        <a:xfrm>
          <a:off x="0" y="4369892"/>
          <a:ext cx="6912245" cy="11646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9B343C-9B2F-4A2F-AD3F-A077BB088F6F}">
      <dsp:nvSpPr>
        <dsp:cNvPr id="0" name=""/>
        <dsp:cNvSpPr/>
      </dsp:nvSpPr>
      <dsp:spPr>
        <a:xfrm>
          <a:off x="352319" y="4631948"/>
          <a:ext cx="640580" cy="6405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353B3-C338-4CDB-BB8D-8BAC9B2D9097}">
      <dsp:nvSpPr>
        <dsp:cNvPr id="0" name=""/>
        <dsp:cNvSpPr/>
      </dsp:nvSpPr>
      <dsp:spPr>
        <a:xfrm>
          <a:off x="1345219" y="4369892"/>
          <a:ext cx="3110510" cy="1164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63" tIns="123263" rIns="123263" bIns="1232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IoT</a:t>
          </a:r>
          <a:endParaRPr lang="en-US" sz="2200" kern="1200"/>
        </a:p>
      </dsp:txBody>
      <dsp:txXfrm>
        <a:off x="1345219" y="4369892"/>
        <a:ext cx="3110510" cy="1164691"/>
      </dsp:txXfrm>
    </dsp:sp>
    <dsp:sp modelId="{F382A7E5-0F5C-4D88-A8F7-D0CFA5CCBFB5}">
      <dsp:nvSpPr>
        <dsp:cNvPr id="0" name=""/>
        <dsp:cNvSpPr/>
      </dsp:nvSpPr>
      <dsp:spPr>
        <a:xfrm>
          <a:off x="4455729" y="4369892"/>
          <a:ext cx="2456515" cy="1164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63" tIns="123263" rIns="123263" bIns="1232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Sensor APIs → Analytics</a:t>
          </a:r>
        </a:p>
      </dsp:txBody>
      <dsp:txXfrm>
        <a:off x="4455729" y="4369892"/>
        <a:ext cx="2456515" cy="11646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46342-E05A-4625-83BD-4C8F3A231182}">
      <dsp:nvSpPr>
        <dsp:cNvPr id="0" name=""/>
        <dsp:cNvSpPr/>
      </dsp:nvSpPr>
      <dsp:spPr>
        <a:xfrm>
          <a:off x="5546" y="1355727"/>
          <a:ext cx="1366568" cy="1639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0" rIns="134987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Read the docs. </a:t>
          </a:r>
        </a:p>
      </dsp:txBody>
      <dsp:txXfrm>
        <a:off x="5546" y="2011680"/>
        <a:ext cx="1366568" cy="983929"/>
      </dsp:txXfrm>
    </dsp:sp>
    <dsp:sp modelId="{68B5EF35-8B3C-43B0-9168-0E363C812378}">
      <dsp:nvSpPr>
        <dsp:cNvPr id="0" name=""/>
        <dsp:cNvSpPr/>
      </dsp:nvSpPr>
      <dsp:spPr>
        <a:xfrm>
          <a:off x="5546" y="1355727"/>
          <a:ext cx="1366568" cy="655952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165100" rIns="134987" bIns="165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01</a:t>
          </a:r>
        </a:p>
      </dsp:txBody>
      <dsp:txXfrm>
        <a:off x="5546" y="1355727"/>
        <a:ext cx="1366568" cy="655952"/>
      </dsp:txXfrm>
    </dsp:sp>
    <dsp:sp modelId="{62BA76A4-D67A-47A5-842B-62FC999A8BC5}">
      <dsp:nvSpPr>
        <dsp:cNvPr id="0" name=""/>
        <dsp:cNvSpPr/>
      </dsp:nvSpPr>
      <dsp:spPr>
        <a:xfrm>
          <a:off x="1481440" y="1355727"/>
          <a:ext cx="1366568" cy="1639882"/>
        </a:xfrm>
        <a:prstGeom prst="rect">
          <a:avLst/>
        </a:prstGeom>
        <a:gradFill rotWithShape="0">
          <a:gsLst>
            <a:gs pos="0">
              <a:schemeClr val="accent2">
                <a:hueOff val="-852166"/>
                <a:satOff val="-1137"/>
                <a:lumOff val="-339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52166"/>
                <a:satOff val="-1137"/>
                <a:lumOff val="-339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52166"/>
                <a:satOff val="-1137"/>
                <a:lumOff val="-339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852166"/>
              <a:satOff val="-1137"/>
              <a:lumOff val="-339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0" rIns="134987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Start with Postman. </a:t>
          </a:r>
        </a:p>
      </dsp:txBody>
      <dsp:txXfrm>
        <a:off x="1481440" y="2011680"/>
        <a:ext cx="1366568" cy="983929"/>
      </dsp:txXfrm>
    </dsp:sp>
    <dsp:sp modelId="{5A1072DF-73C3-4FF8-B111-A2263DF0C11A}">
      <dsp:nvSpPr>
        <dsp:cNvPr id="0" name=""/>
        <dsp:cNvSpPr/>
      </dsp:nvSpPr>
      <dsp:spPr>
        <a:xfrm>
          <a:off x="1481440" y="1355727"/>
          <a:ext cx="1366568" cy="655952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165100" rIns="134987" bIns="165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02</a:t>
          </a:r>
        </a:p>
      </dsp:txBody>
      <dsp:txXfrm>
        <a:off x="1481440" y="1355727"/>
        <a:ext cx="1366568" cy="655952"/>
      </dsp:txXfrm>
    </dsp:sp>
    <dsp:sp modelId="{7A062974-6A98-4894-B384-30A9E7DF09B8}">
      <dsp:nvSpPr>
        <dsp:cNvPr id="0" name=""/>
        <dsp:cNvSpPr/>
      </dsp:nvSpPr>
      <dsp:spPr>
        <a:xfrm>
          <a:off x="2957334" y="1355727"/>
          <a:ext cx="1366568" cy="1639882"/>
        </a:xfrm>
        <a:prstGeom prst="rect">
          <a:avLst/>
        </a:prstGeom>
        <a:gradFill rotWithShape="0">
          <a:gsLst>
            <a:gs pos="0">
              <a:schemeClr val="accent2">
                <a:hueOff val="-1704332"/>
                <a:satOff val="-2273"/>
                <a:lumOff val="-679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704332"/>
                <a:satOff val="-2273"/>
                <a:lumOff val="-679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704332"/>
                <a:satOff val="-2273"/>
                <a:lumOff val="-679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704332"/>
              <a:satOff val="-2273"/>
              <a:lumOff val="-679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0" rIns="134987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Handle errors gracefully. </a:t>
          </a:r>
        </a:p>
      </dsp:txBody>
      <dsp:txXfrm>
        <a:off x="2957334" y="2011680"/>
        <a:ext cx="1366568" cy="983929"/>
      </dsp:txXfrm>
    </dsp:sp>
    <dsp:sp modelId="{636445AC-CA35-4534-9465-1F257E77833F}">
      <dsp:nvSpPr>
        <dsp:cNvPr id="0" name=""/>
        <dsp:cNvSpPr/>
      </dsp:nvSpPr>
      <dsp:spPr>
        <a:xfrm>
          <a:off x="2957334" y="1355727"/>
          <a:ext cx="1366568" cy="655952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165100" rIns="134987" bIns="165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03</a:t>
          </a:r>
        </a:p>
      </dsp:txBody>
      <dsp:txXfrm>
        <a:off x="2957334" y="1355727"/>
        <a:ext cx="1366568" cy="655952"/>
      </dsp:txXfrm>
    </dsp:sp>
    <dsp:sp modelId="{C7D7E402-A30B-4630-A358-3BC96D1155BE}">
      <dsp:nvSpPr>
        <dsp:cNvPr id="0" name=""/>
        <dsp:cNvSpPr/>
      </dsp:nvSpPr>
      <dsp:spPr>
        <a:xfrm>
          <a:off x="4433228" y="1355727"/>
          <a:ext cx="1366568" cy="1639882"/>
        </a:xfrm>
        <a:prstGeom prst="rect">
          <a:avLst/>
        </a:prstGeom>
        <a:gradFill rotWithShape="0">
          <a:gsLst>
            <a:gs pos="0">
              <a:schemeClr val="accent2">
                <a:hueOff val="-2556499"/>
                <a:satOff val="-3410"/>
                <a:lumOff val="-101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556499"/>
                <a:satOff val="-3410"/>
                <a:lumOff val="-101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556499"/>
                <a:satOff val="-3410"/>
                <a:lumOff val="-101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2556499"/>
              <a:satOff val="-3410"/>
              <a:lumOff val="-10196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0" rIns="134987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Respect rate limits. </a:t>
          </a:r>
        </a:p>
      </dsp:txBody>
      <dsp:txXfrm>
        <a:off x="4433228" y="2011680"/>
        <a:ext cx="1366568" cy="983929"/>
      </dsp:txXfrm>
    </dsp:sp>
    <dsp:sp modelId="{10478171-17B8-43DF-9EBB-1219684C2C31}">
      <dsp:nvSpPr>
        <dsp:cNvPr id="0" name=""/>
        <dsp:cNvSpPr/>
      </dsp:nvSpPr>
      <dsp:spPr>
        <a:xfrm>
          <a:off x="4433228" y="1355727"/>
          <a:ext cx="1366568" cy="655952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165100" rIns="134987" bIns="165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04</a:t>
          </a:r>
        </a:p>
      </dsp:txBody>
      <dsp:txXfrm>
        <a:off x="4433228" y="1355727"/>
        <a:ext cx="1366568" cy="655952"/>
      </dsp:txXfrm>
    </dsp:sp>
    <dsp:sp modelId="{853F1599-7404-41BB-A748-4913C72505E2}">
      <dsp:nvSpPr>
        <dsp:cNvPr id="0" name=""/>
        <dsp:cNvSpPr/>
      </dsp:nvSpPr>
      <dsp:spPr>
        <a:xfrm>
          <a:off x="5909122" y="1355727"/>
          <a:ext cx="1366568" cy="1639882"/>
        </a:xfrm>
        <a:prstGeom prst="rect">
          <a:avLst/>
        </a:prstGeom>
        <a:gradFill rotWithShape="0">
          <a:gsLst>
            <a:gs pos="0">
              <a:schemeClr val="accent2">
                <a:hueOff val="-3408665"/>
                <a:satOff val="-4547"/>
                <a:lumOff val="-135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408665"/>
                <a:satOff val="-4547"/>
                <a:lumOff val="-135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408665"/>
                <a:satOff val="-4547"/>
                <a:lumOff val="-135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3408665"/>
              <a:satOff val="-4547"/>
              <a:lumOff val="-1359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0" rIns="134987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Never hardcode secrets. </a:t>
          </a:r>
        </a:p>
      </dsp:txBody>
      <dsp:txXfrm>
        <a:off x="5909122" y="2011680"/>
        <a:ext cx="1366568" cy="983929"/>
      </dsp:txXfrm>
    </dsp:sp>
    <dsp:sp modelId="{B350BE0D-9595-4E43-93EC-FBD3DF18227C}">
      <dsp:nvSpPr>
        <dsp:cNvPr id="0" name=""/>
        <dsp:cNvSpPr/>
      </dsp:nvSpPr>
      <dsp:spPr>
        <a:xfrm>
          <a:off x="5909122" y="1355727"/>
          <a:ext cx="1366568" cy="655952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165100" rIns="134987" bIns="165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05</a:t>
          </a:r>
        </a:p>
      </dsp:txBody>
      <dsp:txXfrm>
        <a:off x="5909122" y="1355727"/>
        <a:ext cx="1366568" cy="655952"/>
      </dsp:txXfrm>
    </dsp:sp>
    <dsp:sp modelId="{DD851109-D6DD-4DFF-B4DB-E95B5B6EAE9D}">
      <dsp:nvSpPr>
        <dsp:cNvPr id="0" name=""/>
        <dsp:cNvSpPr/>
      </dsp:nvSpPr>
      <dsp:spPr>
        <a:xfrm>
          <a:off x="7385016" y="1355727"/>
          <a:ext cx="1366568" cy="1639882"/>
        </a:xfrm>
        <a:prstGeom prst="rect">
          <a:avLst/>
        </a:prstGeom>
        <a:gradFill rotWithShape="0">
          <a:gsLst>
            <a:gs pos="0">
              <a:schemeClr val="accent2">
                <a:hueOff val="-4260831"/>
                <a:satOff val="-5683"/>
                <a:lumOff val="-169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260831"/>
                <a:satOff val="-5683"/>
                <a:lumOff val="-169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260831"/>
                <a:satOff val="-5683"/>
                <a:lumOff val="-169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4260831"/>
              <a:satOff val="-5683"/>
              <a:lumOff val="-1699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0" rIns="134987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Log requests and responses. </a:t>
          </a:r>
        </a:p>
      </dsp:txBody>
      <dsp:txXfrm>
        <a:off x="7385016" y="2011680"/>
        <a:ext cx="1366568" cy="983929"/>
      </dsp:txXfrm>
    </dsp:sp>
    <dsp:sp modelId="{37FE84E4-DA23-4892-8BF7-78A29281C3A7}">
      <dsp:nvSpPr>
        <dsp:cNvPr id="0" name=""/>
        <dsp:cNvSpPr/>
      </dsp:nvSpPr>
      <dsp:spPr>
        <a:xfrm>
          <a:off x="7385016" y="1355727"/>
          <a:ext cx="1366568" cy="655952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165100" rIns="134987" bIns="165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06</a:t>
          </a:r>
        </a:p>
      </dsp:txBody>
      <dsp:txXfrm>
        <a:off x="7385016" y="1355727"/>
        <a:ext cx="1366568" cy="655952"/>
      </dsp:txXfrm>
    </dsp:sp>
    <dsp:sp modelId="{12F58691-2A3D-493D-A96D-51CF4D4D5511}">
      <dsp:nvSpPr>
        <dsp:cNvPr id="0" name=""/>
        <dsp:cNvSpPr/>
      </dsp:nvSpPr>
      <dsp:spPr>
        <a:xfrm>
          <a:off x="8860910" y="1355727"/>
          <a:ext cx="1366568" cy="1639882"/>
        </a:xfrm>
        <a:prstGeom prst="rect">
          <a:avLst/>
        </a:prstGeom>
        <a:gradFill rotWithShape="0">
          <a:gsLst>
            <a:gs pos="0">
              <a:schemeClr val="accent2">
                <a:hueOff val="-5112997"/>
                <a:satOff val="-6820"/>
                <a:lumOff val="-20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112997"/>
                <a:satOff val="-6820"/>
                <a:lumOff val="-20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112997"/>
                <a:satOff val="-6820"/>
                <a:lumOff val="-20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5112997"/>
              <a:satOff val="-6820"/>
              <a:lumOff val="-2039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0" rIns="134987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 reusable code.</a:t>
          </a:r>
        </a:p>
      </dsp:txBody>
      <dsp:txXfrm>
        <a:off x="8860910" y="2011680"/>
        <a:ext cx="1366568" cy="983929"/>
      </dsp:txXfrm>
    </dsp:sp>
    <dsp:sp modelId="{93F33F85-D2D9-4040-9C40-D82B3081BB51}">
      <dsp:nvSpPr>
        <dsp:cNvPr id="0" name=""/>
        <dsp:cNvSpPr/>
      </dsp:nvSpPr>
      <dsp:spPr>
        <a:xfrm>
          <a:off x="8860910" y="1355727"/>
          <a:ext cx="1366568" cy="655952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4987" tIns="165100" rIns="134987" bIns="165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07</a:t>
          </a:r>
        </a:p>
      </dsp:txBody>
      <dsp:txXfrm>
        <a:off x="8860910" y="1355727"/>
        <a:ext cx="1366568" cy="6559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03331-6617-448E-8E32-6C96C835A513}">
      <dsp:nvSpPr>
        <dsp:cNvPr id="0" name=""/>
        <dsp:cNvSpPr/>
      </dsp:nvSpPr>
      <dsp:spPr>
        <a:xfrm>
          <a:off x="0" y="1791"/>
          <a:ext cx="6912245" cy="7632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88498E-C882-4F79-8116-FC76DC1F81EB}">
      <dsp:nvSpPr>
        <dsp:cNvPr id="0" name=""/>
        <dsp:cNvSpPr/>
      </dsp:nvSpPr>
      <dsp:spPr>
        <a:xfrm>
          <a:off x="230872" y="173514"/>
          <a:ext cx="419767" cy="4197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74E56-9F9E-4EBF-A046-3D32B417F82C}">
      <dsp:nvSpPr>
        <dsp:cNvPr id="0" name=""/>
        <dsp:cNvSpPr/>
      </dsp:nvSpPr>
      <dsp:spPr>
        <a:xfrm>
          <a:off x="881512" y="1791"/>
          <a:ext cx="6030732" cy="763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73" tIns="80773" rIns="80773" bIns="8077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APIs Enable Modern Data Access</a:t>
          </a:r>
          <a:endParaRPr lang="en-US" sz="1900" kern="1200"/>
        </a:p>
      </dsp:txBody>
      <dsp:txXfrm>
        <a:off x="881512" y="1791"/>
        <a:ext cx="6030732" cy="763213"/>
      </dsp:txXfrm>
    </dsp:sp>
    <dsp:sp modelId="{C1D31FCF-63F7-4A9B-A3C7-E880F2D1A640}">
      <dsp:nvSpPr>
        <dsp:cNvPr id="0" name=""/>
        <dsp:cNvSpPr/>
      </dsp:nvSpPr>
      <dsp:spPr>
        <a:xfrm>
          <a:off x="0" y="955808"/>
          <a:ext cx="6912245" cy="7632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E245C-F79D-4A78-B620-32CAD8854455}">
      <dsp:nvSpPr>
        <dsp:cNvPr id="0" name=""/>
        <dsp:cNvSpPr/>
      </dsp:nvSpPr>
      <dsp:spPr>
        <a:xfrm>
          <a:off x="230872" y="1127531"/>
          <a:ext cx="419767" cy="4197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1CF54-7ACD-4102-97E6-B587F4E8F46A}">
      <dsp:nvSpPr>
        <dsp:cNvPr id="0" name=""/>
        <dsp:cNvSpPr/>
      </dsp:nvSpPr>
      <dsp:spPr>
        <a:xfrm>
          <a:off x="881512" y="955808"/>
          <a:ext cx="6030732" cy="763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73" tIns="80773" rIns="80773" bIns="8077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 APIs allow systems to communicate.</a:t>
          </a:r>
        </a:p>
      </dsp:txBody>
      <dsp:txXfrm>
        <a:off x="881512" y="955808"/>
        <a:ext cx="6030732" cy="763213"/>
      </dsp:txXfrm>
    </dsp:sp>
    <dsp:sp modelId="{470504CC-D4B7-42D0-AB74-A89B9331FD7F}">
      <dsp:nvSpPr>
        <dsp:cNvPr id="0" name=""/>
        <dsp:cNvSpPr/>
      </dsp:nvSpPr>
      <dsp:spPr>
        <a:xfrm>
          <a:off x="0" y="1909825"/>
          <a:ext cx="6912245" cy="7632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1AFAF-B128-46DF-8DDD-56A9B3352570}">
      <dsp:nvSpPr>
        <dsp:cNvPr id="0" name=""/>
        <dsp:cNvSpPr/>
      </dsp:nvSpPr>
      <dsp:spPr>
        <a:xfrm>
          <a:off x="230872" y="2081548"/>
          <a:ext cx="419767" cy="4197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CF713A-D06D-4BBB-921F-BBA047AD82FF}">
      <dsp:nvSpPr>
        <dsp:cNvPr id="0" name=""/>
        <dsp:cNvSpPr/>
      </dsp:nvSpPr>
      <dsp:spPr>
        <a:xfrm>
          <a:off x="881512" y="1909825"/>
          <a:ext cx="6030732" cy="763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73" tIns="80773" rIns="80773" bIns="8077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 Requests and responses are the foundation.</a:t>
          </a:r>
        </a:p>
      </dsp:txBody>
      <dsp:txXfrm>
        <a:off x="881512" y="1909825"/>
        <a:ext cx="6030732" cy="763213"/>
      </dsp:txXfrm>
    </dsp:sp>
    <dsp:sp modelId="{742BD650-33E0-45AF-9CB1-34A5580672CB}">
      <dsp:nvSpPr>
        <dsp:cNvPr id="0" name=""/>
        <dsp:cNvSpPr/>
      </dsp:nvSpPr>
      <dsp:spPr>
        <a:xfrm>
          <a:off x="0" y="2863843"/>
          <a:ext cx="6912245" cy="7632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80BE2-BDC4-439E-B03D-FC67F5F27A94}">
      <dsp:nvSpPr>
        <dsp:cNvPr id="0" name=""/>
        <dsp:cNvSpPr/>
      </dsp:nvSpPr>
      <dsp:spPr>
        <a:xfrm>
          <a:off x="230872" y="3035566"/>
          <a:ext cx="419767" cy="4197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C0F3D-F8BD-437D-AD25-D6AD22EA23AE}">
      <dsp:nvSpPr>
        <dsp:cNvPr id="0" name=""/>
        <dsp:cNvSpPr/>
      </dsp:nvSpPr>
      <dsp:spPr>
        <a:xfrm>
          <a:off x="881512" y="2863843"/>
          <a:ext cx="6030732" cy="763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73" tIns="80773" rIns="80773" bIns="8077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 Authentication keeps data secure.</a:t>
          </a:r>
        </a:p>
      </dsp:txBody>
      <dsp:txXfrm>
        <a:off x="881512" y="2863843"/>
        <a:ext cx="6030732" cy="763213"/>
      </dsp:txXfrm>
    </dsp:sp>
    <dsp:sp modelId="{56BCA9BE-D3E1-4BC2-BA5C-E330B83CF136}">
      <dsp:nvSpPr>
        <dsp:cNvPr id="0" name=""/>
        <dsp:cNvSpPr/>
      </dsp:nvSpPr>
      <dsp:spPr>
        <a:xfrm>
          <a:off x="0" y="3817860"/>
          <a:ext cx="6912245" cy="7632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E0E75C-1E45-4123-99CE-85200DFFA44C}">
      <dsp:nvSpPr>
        <dsp:cNvPr id="0" name=""/>
        <dsp:cNvSpPr/>
      </dsp:nvSpPr>
      <dsp:spPr>
        <a:xfrm>
          <a:off x="230872" y="3989583"/>
          <a:ext cx="419767" cy="4197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54B44-FE90-4D76-ADB9-28EE73AC217C}">
      <dsp:nvSpPr>
        <dsp:cNvPr id="0" name=""/>
        <dsp:cNvSpPr/>
      </dsp:nvSpPr>
      <dsp:spPr>
        <a:xfrm>
          <a:off x="881512" y="3817860"/>
          <a:ext cx="6030732" cy="763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73" tIns="80773" rIns="80773" bIns="8077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 JSON is the most common data format.</a:t>
          </a:r>
        </a:p>
      </dsp:txBody>
      <dsp:txXfrm>
        <a:off x="881512" y="3817860"/>
        <a:ext cx="6030732" cy="763213"/>
      </dsp:txXfrm>
    </dsp:sp>
    <dsp:sp modelId="{ADC6A9CF-0320-4A82-BE65-19E467175B70}">
      <dsp:nvSpPr>
        <dsp:cNvPr id="0" name=""/>
        <dsp:cNvSpPr/>
      </dsp:nvSpPr>
      <dsp:spPr>
        <a:xfrm>
          <a:off x="0" y="4771877"/>
          <a:ext cx="6912245" cy="7632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F1F97-4726-4993-B3CF-7D8CC7422569}">
      <dsp:nvSpPr>
        <dsp:cNvPr id="0" name=""/>
        <dsp:cNvSpPr/>
      </dsp:nvSpPr>
      <dsp:spPr>
        <a:xfrm>
          <a:off x="230872" y="4943601"/>
          <a:ext cx="419767" cy="4197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3F678-7BF7-44B3-A3C2-6AE672017EF9}">
      <dsp:nvSpPr>
        <dsp:cNvPr id="0" name=""/>
        <dsp:cNvSpPr/>
      </dsp:nvSpPr>
      <dsp:spPr>
        <a:xfrm>
          <a:off x="881512" y="4771877"/>
          <a:ext cx="6030732" cy="763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73" tIns="80773" rIns="80773" bIns="8077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 APIs power analytics and automation.</a:t>
          </a:r>
        </a:p>
      </dsp:txBody>
      <dsp:txXfrm>
        <a:off x="881512" y="4771877"/>
        <a:ext cx="6030732" cy="7632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1709E-7892-43DE-92E4-8ED3CB3A7B3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B80858-0D12-49E4-A387-1EDAF88C2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84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https://www.postman.com/postman/postman-api-101-with-auth/documentation/vglcfpa/github-api-2-advanced-with-auth?sideView=agentMode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Dogs Example:</a:t>
            </a:r>
          </a:p>
          <a:p>
            <a:r>
              <a:rPr lang="en-US" dirty="0"/>
              <a:t>https://dog.ceo/dog-api/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80858-0D12-49E4-A387-1EDAF88C27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0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5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50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0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7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8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4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9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85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7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16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9363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76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82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44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60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14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977048C-2DD4-4409-91AC-DB2960C7E3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5FBBFFA-1C3F-4AD4-83ED-3356C711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983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ee-apis.github.io/#/brows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unity.developer.battle.net/documentatio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DF090-8B75-25AF-0512-3038E768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598546"/>
            <a:ext cx="5806440" cy="2506972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r"/>
            <a:r>
              <a:rPr lang="en-US" sz="40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Unlocking Data: Understanding APIs and How to Access the Information You Need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B333D-69C6-9B86-BDA0-AE417918C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1792" y="2844521"/>
            <a:ext cx="5806440" cy="7540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28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rPr>
              <a:t>Eli Brunette</a:t>
            </a:r>
          </a:p>
        </p:txBody>
      </p:sp>
      <p:pic>
        <p:nvPicPr>
          <p:cNvPr id="7" name="Graphic 6" descr="Unlock">
            <a:extLst>
              <a:ext uri="{FF2B5EF4-FFF2-40B4-BE49-F238E27FC236}">
                <a16:creationId xmlns:a16="http://schemas.microsoft.com/office/drawing/2014/main" id="{663B2442-4938-C0AD-0CB1-9A5F915F2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2864" y="810936"/>
            <a:ext cx="4608576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32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FEFF1-C7FD-8650-A627-05339F51D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4000">
                <a:solidFill>
                  <a:schemeClr val="tx1">
                    <a:lumMod val="95000"/>
                  </a:schemeClr>
                </a:solidFill>
              </a:rPr>
              <a:t>Why APIs Matter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62180-8096-B06E-6024-195E872F6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3" y="1115786"/>
            <a:ext cx="5713790" cy="4626428"/>
          </a:xfrm>
        </p:spPr>
        <p:txBody>
          <a:bodyPr anchor="ctr">
            <a:normAutofit/>
          </a:bodyPr>
          <a:lstStyle/>
          <a:p>
            <a:r>
              <a:rPr lang="en-US" sz="2000" b="1">
                <a:solidFill>
                  <a:schemeClr val="tx1">
                    <a:lumMod val="95000"/>
                  </a:schemeClr>
                </a:solidFill>
              </a:rPr>
              <a:t>Data Is Everywhere</a:t>
            </a:r>
          </a:p>
          <a:p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Examples:</a:t>
            </a:r>
          </a:p>
          <a:p>
            <a:pPr lvl="1"/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Salesforce </a:t>
            </a:r>
          </a:p>
          <a:p>
            <a:pPr lvl="1"/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GitHub </a:t>
            </a:r>
          </a:p>
          <a:p>
            <a:pPr lvl="1"/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Microsoft 365 </a:t>
            </a:r>
          </a:p>
          <a:p>
            <a:pPr lvl="1"/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Weather services </a:t>
            </a:r>
          </a:p>
          <a:p>
            <a:pPr lvl="1"/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Banking applications </a:t>
            </a:r>
          </a:p>
          <a:p>
            <a:pPr lvl="1"/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Social media </a:t>
            </a:r>
          </a:p>
          <a:p>
            <a:pPr lvl="1"/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Blizzard</a:t>
            </a:r>
          </a:p>
        </p:txBody>
      </p:sp>
    </p:spTree>
    <p:extLst>
      <p:ext uri="{BB962C8B-B14F-4D97-AF65-F5344CB8AC3E}">
        <p14:creationId xmlns:p14="http://schemas.microsoft.com/office/powerpoint/2010/main" val="391257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4E582-81B5-79E2-CCDB-70331E40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64EDC-559E-4504-5C00-A7886AB39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0000" y="1707622"/>
            <a:ext cx="5025216" cy="449897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API = Application Programming Interface</a:t>
            </a:r>
          </a:p>
          <a:p>
            <a:r>
              <a:rPr lang="en-US" b="1" dirty="0"/>
              <a:t>Simple definition:</a:t>
            </a:r>
            <a:endParaRPr lang="en-US" dirty="0"/>
          </a:p>
          <a:p>
            <a:pPr lvl="1"/>
            <a:r>
              <a:rPr lang="en-US" dirty="0"/>
              <a:t>An API is a way for applications to communicate and exchange information.</a:t>
            </a:r>
          </a:p>
          <a:p>
            <a:r>
              <a:rPr lang="en-US" dirty="0"/>
              <a:t>Use a restaurant analogy:</a:t>
            </a:r>
          </a:p>
          <a:p>
            <a:pPr lvl="1"/>
            <a:r>
              <a:rPr lang="en-US" dirty="0"/>
              <a:t>Customer = You </a:t>
            </a:r>
          </a:p>
          <a:p>
            <a:pPr lvl="1"/>
            <a:r>
              <a:rPr lang="en-US" dirty="0"/>
              <a:t>Waiter = API </a:t>
            </a:r>
          </a:p>
          <a:p>
            <a:pPr lvl="1"/>
            <a:r>
              <a:rPr lang="en-US" dirty="0"/>
              <a:t>Kitchen = Server </a:t>
            </a:r>
          </a:p>
          <a:p>
            <a:pPr lvl="1"/>
            <a:r>
              <a:rPr lang="en-US" dirty="0"/>
              <a:t>Meal = Data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B640D4-87D7-5F6D-29CF-E2BF830E6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9840" y="1690688"/>
            <a:ext cx="5035548" cy="44989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User</a:t>
            </a:r>
          </a:p>
          <a:p>
            <a:pPr marL="0" indent="0">
              <a:buNone/>
            </a:pPr>
            <a:r>
              <a:rPr lang="fr-FR" dirty="0"/>
              <a:t> ↓</a:t>
            </a:r>
          </a:p>
          <a:p>
            <a:pPr marL="0" indent="0">
              <a:buNone/>
            </a:pPr>
            <a:r>
              <a:rPr lang="fr-FR" dirty="0"/>
              <a:t>API</a:t>
            </a:r>
          </a:p>
          <a:p>
            <a:pPr marL="0" indent="0">
              <a:buNone/>
            </a:pPr>
            <a:r>
              <a:rPr lang="fr-FR" dirty="0"/>
              <a:t> ↓</a:t>
            </a:r>
          </a:p>
          <a:p>
            <a:pPr marL="0" indent="0">
              <a:buNone/>
            </a:pPr>
            <a:r>
              <a:rPr lang="fr-FR" dirty="0"/>
              <a:t>Application/</a:t>
            </a:r>
            <a:r>
              <a:rPr lang="fr-FR" dirty="0" err="1"/>
              <a:t>Database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↓</a:t>
            </a:r>
          </a:p>
          <a:p>
            <a:pPr marL="0" indent="0">
              <a:buNone/>
            </a:pPr>
            <a:r>
              <a:rPr lang="fr-FR" dirty="0" err="1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897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1A19-EA75-765F-845D-9C2F66E5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Everyday APIs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00F6AB-7694-CF9D-D467-BA14A86E48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8827193"/>
              </p:ext>
            </p:extLst>
          </p:nvPr>
        </p:nvGraphicFramePr>
        <p:xfrm>
          <a:off x="979488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050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BE90-5670-AA45-10EB-0A532C565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an API Request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44B06-F6C6-EFC6-FD09-EA282FCDD8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Request</a:t>
            </a:r>
          </a:p>
          <a:p>
            <a:r>
              <a:rPr lang="en-US" dirty="0"/>
              <a:t>Contains:</a:t>
            </a:r>
          </a:p>
          <a:p>
            <a:pPr lvl="1"/>
            <a:r>
              <a:rPr lang="en-US" dirty="0"/>
              <a:t>Endpoint </a:t>
            </a:r>
          </a:p>
          <a:p>
            <a:pPr lvl="1"/>
            <a:r>
              <a:rPr lang="en-US" dirty="0"/>
              <a:t>Method </a:t>
            </a:r>
          </a:p>
          <a:p>
            <a:pPr lvl="1"/>
            <a:r>
              <a:rPr lang="en-US" dirty="0"/>
              <a:t>Headers </a:t>
            </a:r>
          </a:p>
          <a:p>
            <a:pPr lvl="1"/>
            <a:r>
              <a:rPr lang="en-US" dirty="0"/>
              <a:t>Parameters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153D49-6842-0C41-B75B-C5858F86D4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GET /users/123</a:t>
            </a:r>
          </a:p>
          <a:p>
            <a:pPr lvl="1"/>
            <a:r>
              <a:rPr lang="en-US" dirty="0"/>
              <a:t>POST /user </a:t>
            </a:r>
          </a:p>
          <a:p>
            <a:pPr marL="914400" lvl="2" indent="0">
              <a:buNone/>
            </a:pPr>
            <a:r>
              <a:rPr lang="en-US" dirty="0"/>
              <a:t>{</a:t>
            </a:r>
          </a:p>
          <a:p>
            <a:pPr marL="1371600" lvl="3" indent="0">
              <a:buNone/>
            </a:pPr>
            <a:r>
              <a:rPr lang="en-US" dirty="0"/>
              <a:t>“name”: “Eli”,</a:t>
            </a:r>
          </a:p>
          <a:p>
            <a:pPr marL="1371600" lvl="3" indent="0">
              <a:buNone/>
            </a:pPr>
            <a:r>
              <a:rPr lang="en-US" dirty="0"/>
              <a:t>“profession”: “data engineer” </a:t>
            </a:r>
          </a:p>
          <a:p>
            <a:pPr marL="1371600" lvl="3" indent="0">
              <a:buNone/>
            </a:pPr>
            <a:r>
              <a:rPr lang="en-US" dirty="0"/>
              <a:t>“years”: 6</a:t>
            </a:r>
          </a:p>
          <a:p>
            <a:pPr marL="914400" lvl="2" indent="0">
              <a:buNone/>
            </a:pPr>
            <a:r>
              <a:rPr lang="en-US" dirty="0"/>
              <a:t>}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06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D4D3-0EAF-C1CA-9305-4F2CC85A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HTTP Methods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167871F-D92B-326B-3A0D-653DC1AAF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862767"/>
              </p:ext>
            </p:extLst>
          </p:nvPr>
        </p:nvGraphicFramePr>
        <p:xfrm>
          <a:off x="1120775" y="1825625"/>
          <a:ext cx="1023302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6513">
                  <a:extLst>
                    <a:ext uri="{9D8B030D-6E8A-4147-A177-3AD203B41FA5}">
                      <a16:colId xmlns:a16="http://schemas.microsoft.com/office/drawing/2014/main" val="4152416967"/>
                    </a:ext>
                  </a:extLst>
                </a:gridCol>
                <a:gridCol w="5116513">
                  <a:extLst>
                    <a:ext uri="{9D8B030D-6E8A-4147-A177-3AD203B41FA5}">
                      <a16:colId xmlns:a16="http://schemas.microsoft.com/office/drawing/2014/main" val="2579856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 marL="88983" marR="8898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marL="88983" marR="88983"/>
                </a:tc>
                <a:extLst>
                  <a:ext uri="{0D108BD9-81ED-4DB2-BD59-A6C34878D82A}">
                    <a16:rowId xmlns:a16="http://schemas.microsoft.com/office/drawing/2014/main" val="1215541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</a:p>
                  </a:txBody>
                  <a:tcPr marL="88983" marR="8898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Data</a:t>
                      </a:r>
                    </a:p>
                  </a:txBody>
                  <a:tcPr marL="88983" marR="88983"/>
                </a:tc>
                <a:extLst>
                  <a:ext uri="{0D108BD9-81ED-4DB2-BD59-A6C34878D82A}">
                    <a16:rowId xmlns:a16="http://schemas.microsoft.com/office/drawing/2014/main" val="260836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</a:t>
                      </a:r>
                    </a:p>
                  </a:txBody>
                  <a:tcPr marL="88983" marR="8898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Data</a:t>
                      </a:r>
                    </a:p>
                  </a:txBody>
                  <a:tcPr marL="88983" marR="88983"/>
                </a:tc>
                <a:extLst>
                  <a:ext uri="{0D108BD9-81ED-4DB2-BD59-A6C34878D82A}">
                    <a16:rowId xmlns:a16="http://schemas.microsoft.com/office/drawing/2014/main" val="342939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PUT</a:t>
                      </a:r>
                    </a:p>
                  </a:txBody>
                  <a:tcPr marL="88983" marR="8898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Data</a:t>
                      </a:r>
                    </a:p>
                  </a:txBody>
                  <a:tcPr marL="88983" marR="88983"/>
                </a:tc>
                <a:extLst>
                  <a:ext uri="{0D108BD9-81ED-4DB2-BD59-A6C34878D82A}">
                    <a16:rowId xmlns:a16="http://schemas.microsoft.com/office/drawing/2014/main" val="1066436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 marL="88983" marR="8898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Data</a:t>
                      </a:r>
                    </a:p>
                  </a:txBody>
                  <a:tcPr marL="88983" marR="88983"/>
                </a:tc>
                <a:extLst>
                  <a:ext uri="{0D108BD9-81ED-4DB2-BD59-A6C34878D82A}">
                    <a16:rowId xmlns:a16="http://schemas.microsoft.com/office/drawing/2014/main" val="141052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111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BB98-CDB6-4588-D425-911FF89C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68FF8-7C19-0DC2-2A40-58C2BF4D60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{ </a:t>
            </a:r>
          </a:p>
          <a:p>
            <a:pPr marL="457200" lvl="1" indent="0">
              <a:buNone/>
            </a:pPr>
            <a:r>
              <a:rPr lang="en-US" dirty="0"/>
              <a:t>"bookstore": {</a:t>
            </a:r>
          </a:p>
          <a:p>
            <a:pPr marL="914400" lvl="2" indent="0">
              <a:buNone/>
            </a:pPr>
            <a:r>
              <a:rPr lang="en-US" dirty="0"/>
              <a:t>"book": [ </a:t>
            </a:r>
          </a:p>
          <a:p>
            <a:pPr marL="1371600" lvl="3" indent="0">
              <a:buNone/>
            </a:pPr>
            <a:r>
              <a:rPr lang="en-US" dirty="0"/>
              <a:t>{</a:t>
            </a:r>
          </a:p>
          <a:p>
            <a:pPr marL="1828800" lvl="4" indent="0">
              <a:buNone/>
            </a:pPr>
            <a:r>
              <a:rPr lang="en-US" dirty="0"/>
              <a:t> "id": "bk101", </a:t>
            </a:r>
          </a:p>
          <a:p>
            <a:pPr marL="1828800" lvl="4" indent="0">
              <a:buNone/>
            </a:pPr>
            <a:r>
              <a:rPr lang="en-US" dirty="0"/>
              <a:t> "category": "fiction", </a:t>
            </a:r>
          </a:p>
          <a:p>
            <a:pPr marL="1828800" lvl="4" indent="0">
              <a:buNone/>
            </a:pPr>
            <a:r>
              <a:rPr lang="en-US" dirty="0"/>
              <a:t> "title": { </a:t>
            </a:r>
          </a:p>
          <a:p>
            <a:pPr marL="2286000" lvl="5" indent="0">
              <a:buNone/>
            </a:pPr>
            <a:r>
              <a:rPr lang="en-US" dirty="0"/>
              <a:t>"lang": "</a:t>
            </a:r>
            <a:r>
              <a:rPr lang="en-US" dirty="0" err="1"/>
              <a:t>en</a:t>
            </a:r>
            <a:r>
              <a:rPr lang="en-US" dirty="0"/>
              <a:t>", </a:t>
            </a:r>
          </a:p>
          <a:p>
            <a:pPr marL="2286000" lvl="5" indent="0">
              <a:buNone/>
            </a:pPr>
            <a:r>
              <a:rPr lang="en-US" dirty="0"/>
              <a:t>"content": "The Great Gatsby" </a:t>
            </a:r>
          </a:p>
          <a:p>
            <a:pPr marL="2286000" lvl="5" indent="0">
              <a:buNone/>
            </a:pPr>
            <a:r>
              <a:rPr lang="en-US" dirty="0"/>
              <a:t>}, </a:t>
            </a:r>
          </a:p>
          <a:p>
            <a:pPr marL="1828800" lvl="4" indent="0">
              <a:buNone/>
            </a:pPr>
            <a:r>
              <a:rPr lang="en-US" dirty="0"/>
              <a:t>"author": "F. Scott Fitzgerald", </a:t>
            </a:r>
          </a:p>
          <a:p>
            <a:pPr marL="1828800" lvl="4" indent="0">
              <a:buNone/>
            </a:pPr>
            <a:r>
              <a:rPr lang="en-US" dirty="0"/>
              <a:t>"year": 1925, </a:t>
            </a:r>
          </a:p>
          <a:p>
            <a:pPr marL="1828800" lvl="4" indent="0">
              <a:buNone/>
            </a:pPr>
            <a:r>
              <a:rPr lang="en-US" dirty="0"/>
              <a:t>"price": 14.99 </a:t>
            </a:r>
          </a:p>
          <a:p>
            <a:pPr marL="1371600" lvl="3" indent="0">
              <a:buNone/>
            </a:pPr>
            <a:r>
              <a:rPr lang="en-US" dirty="0"/>
              <a:t>}, </a:t>
            </a:r>
          </a:p>
          <a:p>
            <a:pPr marL="1371600" lvl="3" indent="0">
              <a:buNone/>
            </a:pPr>
            <a:r>
              <a:rPr lang="en-US" dirty="0"/>
              <a:t>…</a:t>
            </a:r>
          </a:p>
          <a:p>
            <a:pPr marL="914400" lvl="2" indent="0">
              <a:buNone/>
            </a:pPr>
            <a:r>
              <a:rPr lang="en-US" dirty="0"/>
              <a:t>] </a:t>
            </a:r>
          </a:p>
          <a:p>
            <a:pPr marL="457200" lvl="1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D5FBF-2382-0E12-ECD5-5785898D70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&lt;bookstore&gt; </a:t>
            </a:r>
          </a:p>
          <a:p>
            <a:pPr marL="457200" lvl="1" indent="0">
              <a:buNone/>
            </a:pPr>
            <a:r>
              <a:rPr lang="en-US" dirty="0"/>
              <a:t>&lt;book id="bk101" category="fiction"&gt; </a:t>
            </a:r>
          </a:p>
          <a:p>
            <a:pPr marL="914400" lvl="2" indent="0">
              <a:buNone/>
            </a:pPr>
            <a:r>
              <a:rPr lang="en-US" dirty="0"/>
              <a:t>&lt;title lang="</a:t>
            </a:r>
            <a:r>
              <a:rPr lang="en-US" dirty="0" err="1"/>
              <a:t>en</a:t>
            </a:r>
            <a:r>
              <a:rPr lang="en-US" dirty="0"/>
              <a:t>"&gt;The Great Gatsby&lt;/title&gt; </a:t>
            </a:r>
          </a:p>
          <a:p>
            <a:pPr marL="914400" lvl="2" indent="0">
              <a:buNone/>
            </a:pPr>
            <a:r>
              <a:rPr lang="en-US" dirty="0"/>
              <a:t>&lt;author&gt;F. Scott Fitzgerald&lt;/author&gt; </a:t>
            </a:r>
          </a:p>
          <a:p>
            <a:pPr marL="914400" lvl="2" indent="0">
              <a:buNone/>
            </a:pPr>
            <a:r>
              <a:rPr lang="en-US" dirty="0"/>
              <a:t>&lt;year&gt;1925&lt;/year&gt; </a:t>
            </a:r>
          </a:p>
          <a:p>
            <a:pPr marL="914400" lvl="2" indent="0">
              <a:buNone/>
            </a:pPr>
            <a:r>
              <a:rPr lang="en-US" dirty="0"/>
              <a:t>&lt;price&gt;14.99&lt;/price&gt; </a:t>
            </a:r>
          </a:p>
          <a:p>
            <a:pPr marL="457200" lvl="1" indent="0">
              <a:buNone/>
            </a:pPr>
            <a:r>
              <a:rPr lang="en-US" dirty="0"/>
              <a:t>&lt;/book&gt; </a:t>
            </a:r>
          </a:p>
          <a:p>
            <a:pPr marL="457200" lvl="1" indent="0">
              <a:buNone/>
            </a:pPr>
            <a:r>
              <a:rPr lang="en-US" dirty="0"/>
              <a:t>&lt;book id="bk102" category="programming"&gt; </a:t>
            </a:r>
          </a:p>
          <a:p>
            <a:pPr marL="914400" lvl="2" indent="0">
              <a:buNone/>
            </a:pPr>
            <a:r>
              <a:rPr lang="en-US" dirty="0"/>
              <a:t>&lt;title lang="</a:t>
            </a:r>
            <a:r>
              <a:rPr lang="en-US" dirty="0" err="1"/>
              <a:t>en</a:t>
            </a:r>
            <a:r>
              <a:rPr lang="en-US" dirty="0"/>
              <a:t>"&gt;Learning XML&lt;/title&gt; </a:t>
            </a:r>
          </a:p>
          <a:p>
            <a:pPr marL="914400" lvl="2" indent="0">
              <a:buNone/>
            </a:pPr>
            <a:r>
              <a:rPr lang="en-US" dirty="0"/>
              <a:t>&lt;author&gt;Erik T. Ray&lt;/author&gt; </a:t>
            </a:r>
          </a:p>
          <a:p>
            <a:pPr marL="914400" lvl="2" indent="0">
              <a:buNone/>
            </a:pPr>
            <a:r>
              <a:rPr lang="en-US" dirty="0"/>
              <a:t>&lt;year&gt;2003&lt;/year&gt; </a:t>
            </a:r>
          </a:p>
          <a:p>
            <a:pPr marL="914400" lvl="2" indent="0">
              <a:buNone/>
            </a:pPr>
            <a:r>
              <a:rPr lang="en-US" dirty="0"/>
              <a:t>&lt;price&gt;39.95&lt;/price&gt; </a:t>
            </a:r>
          </a:p>
          <a:p>
            <a:pPr marL="457200" lvl="1" indent="0">
              <a:buNone/>
            </a:pPr>
            <a:r>
              <a:rPr lang="en-US" dirty="0"/>
              <a:t>&lt;/book&gt; </a:t>
            </a:r>
          </a:p>
          <a:p>
            <a:pPr marL="0" indent="0">
              <a:buNone/>
            </a:pPr>
            <a:r>
              <a:rPr lang="en-US" dirty="0"/>
              <a:t>&lt;/bookstore&gt;</a:t>
            </a:r>
          </a:p>
        </p:txBody>
      </p:sp>
    </p:spTree>
    <p:extLst>
      <p:ext uri="{BB962C8B-B14F-4D97-AF65-F5344CB8AC3E}">
        <p14:creationId xmlns:p14="http://schemas.microsoft.com/office/powerpoint/2010/main" val="2017869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98ACEF8F-01D7-F87D-4F96-248C37381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56" r="32010" b="-1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9B61F6-561C-44B1-809D-51A2F295F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ABCD2-71CE-49F6-44C5-CE6AC934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854676" cy="1325563"/>
          </a:xfrm>
        </p:spPr>
        <p:txBody>
          <a:bodyPr>
            <a:normAutofit/>
          </a:bodyPr>
          <a:lstStyle/>
          <a:p>
            <a:r>
              <a:rPr lang="en-US" sz="4200"/>
              <a:t>APIs and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6A28A-A436-F62C-EABA-D9736C0AD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4572877" cy="4351338"/>
          </a:xfrm>
        </p:spPr>
        <p:txBody>
          <a:bodyPr>
            <a:normAutofit/>
          </a:bodyPr>
          <a:lstStyle/>
          <a:p>
            <a:endParaRPr lang="en-US" dirty="0">
              <a:hlinkClick r:id="rId4"/>
            </a:endParaRPr>
          </a:p>
          <a:p>
            <a:r>
              <a:rPr lang="en-US" dirty="0"/>
              <a:t>Free website for APIs</a:t>
            </a:r>
          </a:p>
          <a:p>
            <a:pPr lvl="1"/>
            <a:r>
              <a:rPr lang="en-US" dirty="0">
                <a:hlinkClick r:id="rId4"/>
              </a:rPr>
              <a:t>https://free-apis.github.io/#/browse</a:t>
            </a:r>
            <a:endParaRPr lang="en-US" dirty="0"/>
          </a:p>
          <a:p>
            <a:r>
              <a:rPr lang="en-US" dirty="0"/>
              <a:t>Header:</a:t>
            </a:r>
          </a:p>
          <a:p>
            <a:pPr lvl="1"/>
            <a:r>
              <a:rPr lang="en-US" dirty="0"/>
              <a:t>API Keys</a:t>
            </a:r>
          </a:p>
          <a:p>
            <a:pPr lvl="1"/>
            <a:r>
              <a:rPr lang="en-US" dirty="0"/>
              <a:t>Bearer Tokens </a:t>
            </a:r>
          </a:p>
          <a:p>
            <a:r>
              <a:rPr lang="en-US" dirty="0"/>
              <a:t>Combination</a:t>
            </a:r>
          </a:p>
          <a:p>
            <a:pPr lvl="1"/>
            <a:r>
              <a:rPr lang="en-US" dirty="0"/>
              <a:t>OAuth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880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C96E3B24-9320-4E9D-A798-C42F8A7A71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42" r="42705" b="-1"/>
          <a:stretch>
            <a:fillRect/>
          </a:stretch>
        </p:blipFill>
        <p:spPr>
          <a:xfrm>
            <a:off x="7552944" y="10"/>
            <a:ext cx="4639056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E60398-905F-436C-AB6F-00D742F62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D3CD8-592B-DD7C-D849-C98BAB72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361590" cy="1325563"/>
          </a:xfrm>
        </p:spPr>
        <p:txBody>
          <a:bodyPr>
            <a:normAutofit/>
          </a:bodyPr>
          <a:lstStyle/>
          <a:p>
            <a:r>
              <a:rPr lang="en-US" dirty="0"/>
              <a:t>Example API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84EFD-0B01-4F5D-B9D5-9EF84B598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607979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/>
              <a:t>Python</a:t>
            </a:r>
          </a:p>
          <a:p>
            <a:pPr marL="0" indent="0">
              <a:buNone/>
            </a:pPr>
            <a:r>
              <a:rPr lang="en-US" sz="1500"/>
              <a:t>   ↓</a:t>
            </a:r>
          </a:p>
          <a:p>
            <a:pPr marL="0" indent="0">
              <a:buNone/>
            </a:pPr>
            <a:r>
              <a:rPr lang="en-US" sz="1500"/>
              <a:t>Request</a:t>
            </a:r>
          </a:p>
          <a:p>
            <a:pPr marL="0" indent="0">
              <a:buNone/>
            </a:pPr>
            <a:r>
              <a:rPr lang="en-US" sz="1500"/>
              <a:t>   ↓</a:t>
            </a:r>
          </a:p>
          <a:p>
            <a:pPr marL="0" indent="0">
              <a:buNone/>
            </a:pPr>
            <a:r>
              <a:rPr lang="en-US" sz="1500"/>
              <a:t>API</a:t>
            </a:r>
          </a:p>
          <a:p>
            <a:pPr marL="0" indent="0">
              <a:buNone/>
            </a:pPr>
            <a:r>
              <a:rPr lang="en-US" sz="1500"/>
              <a:t>   ↓</a:t>
            </a:r>
          </a:p>
          <a:p>
            <a:pPr marL="0" indent="0">
              <a:buNone/>
            </a:pPr>
            <a:r>
              <a:rPr lang="en-US" sz="1500"/>
              <a:t>JSON Response</a:t>
            </a:r>
          </a:p>
          <a:p>
            <a:pPr marL="0" indent="0">
              <a:buNone/>
            </a:pPr>
            <a:r>
              <a:rPr lang="en-US" sz="1500"/>
              <a:t>   ↓</a:t>
            </a:r>
          </a:p>
          <a:p>
            <a:pPr marL="0" indent="0">
              <a:buNone/>
            </a:pPr>
            <a:r>
              <a:rPr lang="en-US" sz="1500"/>
              <a:t>Transform</a:t>
            </a:r>
          </a:p>
          <a:p>
            <a:pPr marL="0" indent="0">
              <a:buNone/>
            </a:pPr>
            <a:r>
              <a:rPr lang="en-US" sz="1500"/>
              <a:t>   ↓</a:t>
            </a:r>
          </a:p>
          <a:p>
            <a:pPr marL="0" indent="0">
              <a:buNone/>
            </a:pPr>
            <a:r>
              <a:rPr lang="en-US" sz="1500"/>
              <a:t>Database</a:t>
            </a:r>
          </a:p>
          <a:p>
            <a:pPr marL="0" indent="0">
              <a:buNone/>
            </a:pPr>
            <a:r>
              <a:rPr lang="en-US" sz="1500"/>
              <a:t>   ↓</a:t>
            </a:r>
          </a:p>
          <a:p>
            <a:pPr marL="0" indent="0">
              <a:buNone/>
            </a:pPr>
            <a:r>
              <a:rPr lang="en-US" sz="150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63113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325879-C4B2-475E-B853-DC8F21A63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2C085F-3B19-420D-902A-B55695F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18105" cy="6858000"/>
          </a:xfrm>
          <a:prstGeom prst="rect">
            <a:avLst/>
          </a:prstGeom>
          <a:blipFill>
            <a:blip r:embed="rId2"/>
            <a:stretch>
              <a:fillRect r="-164004"/>
            </a:stretch>
          </a:blipFill>
          <a:ln>
            <a:noFill/>
          </a:ln>
          <a:effectLst>
            <a:outerShdw blurRad="139700" dist="508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4125D2-FE08-07A3-272A-69DE93173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435625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gradFill flip="none" rotWithShape="1">
                  <a:gsLst>
                    <a:gs pos="28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  <a:tileRect/>
                </a:gradFill>
              </a:rPr>
              <a:t>Tools for Exploring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702E2-9563-00D6-1EB2-4C3DC8254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6974" y="1825625"/>
            <a:ext cx="360685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Tools:</a:t>
            </a:r>
          </a:p>
          <a:p>
            <a:pPr lvl="1"/>
            <a:r>
              <a:rPr lang="en-US" sz="200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Browser </a:t>
            </a:r>
          </a:p>
          <a:p>
            <a:pPr lvl="1"/>
            <a:r>
              <a:rPr lang="en-US" sz="200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Postman </a:t>
            </a:r>
          </a:p>
          <a:p>
            <a:pPr lvl="1"/>
            <a:r>
              <a:rPr lang="en-US" sz="200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Curl </a:t>
            </a:r>
          </a:p>
          <a:p>
            <a:pPr lvl="1"/>
            <a:r>
              <a:rPr lang="en-US" sz="200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Python requests </a:t>
            </a:r>
          </a:p>
          <a:p>
            <a:pPr lvl="1"/>
            <a:r>
              <a:rPr lang="en-US" sz="200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Power BI </a:t>
            </a:r>
          </a:p>
          <a:p>
            <a:pPr lvl="1"/>
            <a:r>
              <a:rPr lang="en-US" sz="200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Excel</a:t>
            </a:r>
          </a:p>
          <a:p>
            <a:endParaRPr lang="en-US" sz="200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AD3C7D-F5C0-ABF9-D9F7-7F1EFE9272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74539" y="1455723"/>
            <a:ext cx="6314487" cy="394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58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C112-8AA6-E143-1E8A-786AA9AD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API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B8785-9301-9037-1EA8-4CB1D29CE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Show typical documentation sections:</a:t>
            </a:r>
          </a:p>
          <a:p>
            <a:pPr lvl="1"/>
            <a:r>
              <a:rPr lang="en-US" dirty="0"/>
              <a:t>Endpoint </a:t>
            </a:r>
          </a:p>
          <a:p>
            <a:pPr lvl="1"/>
            <a:r>
              <a:rPr lang="en-US" dirty="0"/>
              <a:t>Parameters </a:t>
            </a:r>
          </a:p>
          <a:p>
            <a:pPr lvl="1"/>
            <a:r>
              <a:rPr lang="en-US" dirty="0"/>
              <a:t>Authentication </a:t>
            </a:r>
          </a:p>
          <a:p>
            <a:pPr lvl="1"/>
            <a:r>
              <a:rPr lang="en-US" dirty="0"/>
              <a:t>Example request </a:t>
            </a:r>
          </a:p>
          <a:p>
            <a:pPr lvl="1"/>
            <a:r>
              <a:rPr lang="en-US" dirty="0"/>
              <a:t>Example response</a:t>
            </a:r>
          </a:p>
          <a:p>
            <a:r>
              <a:rPr lang="en-US" dirty="0">
                <a:hlinkClick r:id="rId2"/>
              </a:rPr>
              <a:t>WoW API Example</a:t>
            </a:r>
          </a:p>
          <a:p>
            <a:pPr lvl="1"/>
            <a:r>
              <a:rPr lang="en-US" dirty="0">
                <a:hlinkClick r:id="rId2"/>
              </a:rPr>
              <a:t>https://community.developer.battle.net/documentation</a:t>
            </a:r>
            <a:endParaRPr lang="en-US" dirty="0"/>
          </a:p>
          <a:p>
            <a:pPr lvl="1"/>
            <a:r>
              <a:rPr lang="en-US" dirty="0"/>
              <a:t>https://community.developer.battle.net/documentation/world-of-warcraft/game-data-apis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72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90BF-701C-5B14-AC09-4CF720250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1733" y="1576895"/>
            <a:ext cx="9144000" cy="16414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Live Example </a:t>
            </a:r>
            <a:br>
              <a:rPr lang="en-US" dirty="0"/>
            </a:br>
            <a:r>
              <a:rPr lang="en-US" dirty="0"/>
              <a:t>via Postman</a:t>
            </a:r>
          </a:p>
        </p:txBody>
      </p:sp>
    </p:spTree>
    <p:extLst>
      <p:ext uri="{BB962C8B-B14F-4D97-AF65-F5344CB8AC3E}">
        <p14:creationId xmlns:p14="http://schemas.microsoft.com/office/powerpoint/2010/main" val="3028999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D00F-2B6C-FFB7-0D01-8A70D3FC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C3B3F-E587-11DE-F92E-D43E9F2C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Topics:</a:t>
            </a:r>
          </a:p>
          <a:p>
            <a:pPr lvl="1"/>
            <a:r>
              <a:rPr lang="en-US" dirty="0"/>
              <a:t>Authentication errors </a:t>
            </a:r>
          </a:p>
          <a:p>
            <a:pPr lvl="1"/>
            <a:r>
              <a:rPr lang="en-US" dirty="0"/>
              <a:t>Pagination </a:t>
            </a:r>
          </a:p>
          <a:p>
            <a:pPr lvl="1"/>
            <a:r>
              <a:rPr lang="en-US" dirty="0"/>
              <a:t>Rate limits </a:t>
            </a:r>
          </a:p>
          <a:p>
            <a:pPr lvl="1"/>
            <a:r>
              <a:rPr lang="en-US" dirty="0"/>
              <a:t>Missing fields </a:t>
            </a:r>
          </a:p>
          <a:p>
            <a:pPr lvl="1"/>
            <a:r>
              <a:rPr lang="en-US" dirty="0"/>
              <a:t>Timeouts </a:t>
            </a:r>
          </a:p>
          <a:p>
            <a:pPr lvl="1"/>
            <a:r>
              <a:rPr lang="en-US" dirty="0"/>
              <a:t>Version changes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176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5493F-3E6D-BE08-3072-A2E48C4C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4000">
                <a:solidFill>
                  <a:schemeClr val="tx1">
                    <a:lumMod val="95000"/>
                  </a:schemeClr>
                </a:solidFill>
              </a:rPr>
              <a:t>APIs in Data Engineering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0B270-41D0-626A-38E1-CCDFA7B4C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3" y="1115786"/>
            <a:ext cx="5713790" cy="46264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CRM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ERP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HR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Billing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IoT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  ↓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APIs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  ↓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ETL / ELT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  ↓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Snowflake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  ↓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dbt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  ↓</a:t>
            </a:r>
          </a:p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</a:schemeClr>
                </a:solidFill>
              </a:rPr>
              <a:t>Power BI / Sigma</a:t>
            </a:r>
          </a:p>
        </p:txBody>
      </p:sp>
    </p:spTree>
    <p:extLst>
      <p:ext uri="{BB962C8B-B14F-4D97-AF65-F5344CB8AC3E}">
        <p14:creationId xmlns:p14="http://schemas.microsoft.com/office/powerpoint/2010/main" val="1199509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9B3503-D505-49AA-97C1-B299D58DB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7746" y="0"/>
            <a:ext cx="8124253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9A2319-946A-4C65-9B7C-1F86E9B1B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067747" cy="6857996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6BB98-B040-6464-3093-02A268B4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889" y="1349680"/>
            <a:ext cx="2931320" cy="4449541"/>
          </a:xfrm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tx1"/>
                </a:solidFill>
              </a:rPr>
              <a:t>Real-World Use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E640AB-8717-7590-59CC-B1C56EB7B5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640516"/>
              </p:ext>
            </p:extLst>
          </p:nvPr>
        </p:nvGraphicFramePr>
        <p:xfrm>
          <a:off x="4662106" y="640075"/>
          <a:ext cx="6912245" cy="5536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2860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14D3-E726-4692-6221-C020C409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Best Practices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627F85-C146-EDC0-A64C-E9A3EDE91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251063"/>
              </p:ext>
            </p:extLst>
          </p:nvPr>
        </p:nvGraphicFramePr>
        <p:xfrm>
          <a:off x="979488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1622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9B3503-D505-49AA-97C1-B299D58DB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7746" y="0"/>
            <a:ext cx="8124253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9A2319-946A-4C65-9B7C-1F86E9B1B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067747" cy="6857996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A2EE7-3303-6132-1D7F-7A8C0AF3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889" y="1349680"/>
            <a:ext cx="2931320" cy="4449541"/>
          </a:xfrm>
        </p:spPr>
        <p:txBody>
          <a:bodyPr anchor="t">
            <a:norm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253257-37C3-CCCC-5991-7885ED15BC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043286"/>
              </p:ext>
            </p:extLst>
          </p:nvPr>
        </p:nvGraphicFramePr>
        <p:xfrm>
          <a:off x="4662106" y="640075"/>
          <a:ext cx="6912245" cy="5536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0030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76AD-CEC7-5980-24B2-F1CFB23E08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Questions!</a:t>
            </a:r>
          </a:p>
        </p:txBody>
      </p:sp>
    </p:spTree>
    <p:extLst>
      <p:ext uri="{BB962C8B-B14F-4D97-AF65-F5344CB8AC3E}">
        <p14:creationId xmlns:p14="http://schemas.microsoft.com/office/powerpoint/2010/main" val="284571173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119</TotalTime>
  <Words>645</Words>
  <Application>Microsoft Office PowerPoint</Application>
  <PresentationFormat>Widescreen</PresentationFormat>
  <Paragraphs>201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Corbel</vt:lpstr>
      <vt:lpstr>Depth</vt:lpstr>
      <vt:lpstr>Unlocking Data: Understanding APIs and How to Access the Information You Need</vt:lpstr>
      <vt:lpstr>Why APIs Matter</vt:lpstr>
      <vt:lpstr>What Is an API?</vt:lpstr>
      <vt:lpstr>Everyday APIs</vt:lpstr>
      <vt:lpstr>Anatomy of an API Request</vt:lpstr>
      <vt:lpstr>Common HTTP Methods</vt:lpstr>
      <vt:lpstr>Understanding Responses</vt:lpstr>
      <vt:lpstr>APIs and Authentication</vt:lpstr>
      <vt:lpstr>Example API Flow</vt:lpstr>
      <vt:lpstr>Tools for Exploring APIs</vt:lpstr>
      <vt:lpstr>Reading API Documentation</vt:lpstr>
      <vt:lpstr>Live Example  via Postman</vt:lpstr>
      <vt:lpstr>Common Challenges</vt:lpstr>
      <vt:lpstr>APIs in Data Engineering</vt:lpstr>
      <vt:lpstr>Real-World Use Cases</vt:lpstr>
      <vt:lpstr>Best Practices</vt:lpstr>
      <vt:lpstr>Key Takeaways</vt:lpstr>
      <vt:lpstr>Questions!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 Brunette</dc:creator>
  <cp:lastModifiedBy>Eli Brunette</cp:lastModifiedBy>
  <cp:revision>13</cp:revision>
  <dcterms:created xsi:type="dcterms:W3CDTF">2026-06-23T03:42:59Z</dcterms:created>
  <dcterms:modified xsi:type="dcterms:W3CDTF">2026-06-23T18:02:16Z</dcterms:modified>
</cp:coreProperties>
</file>